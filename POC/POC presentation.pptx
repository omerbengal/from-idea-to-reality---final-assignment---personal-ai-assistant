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1" r:id="rId4"/>
    <p:sldId id="262" r:id="rId5"/>
    <p:sldId id="263" r:id="rId6"/>
    <p:sldId id="258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65" r:id="rId15"/>
    <p:sldId id="280" r:id="rId16"/>
    <p:sldId id="281" r:id="rId17"/>
    <p:sldId id="282" r:id="rId18"/>
    <p:sldId id="283" r:id="rId19"/>
    <p:sldId id="284" r:id="rId20"/>
    <p:sldId id="286" r:id="rId21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ABBBC"/>
    <a:srgbClr val="B1D4FF"/>
    <a:srgbClr val="7DC1FF"/>
    <a:srgbClr val="53A2EF"/>
    <a:srgbClr val="4F95DA"/>
    <a:srgbClr val="2874BE"/>
    <a:srgbClr val="215F9B"/>
    <a:srgbClr val="54A2EE"/>
    <a:srgbClr val="2774BE"/>
    <a:srgbClr val="B9B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4"/>
    <p:restoredTop sz="94686"/>
  </p:normalViewPr>
  <p:slideViewPr>
    <p:cSldViewPr snapToGrid="0">
      <p:cViewPr>
        <p:scale>
          <a:sx n="95" d="100"/>
          <a:sy n="95" d="100"/>
        </p:scale>
        <p:origin x="1864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4DAB54-7125-8148-9774-E56532B43B5B}" type="datetimeFigureOut">
              <a:t>16/06/2024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469B9A-BC25-CC48-AA39-406D296EC949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4510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715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0960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7308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452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4176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5266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6A631-CD20-4FE1-9BDC-209AA535D55C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99935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BBAE5-5188-ACD4-5772-7B5FD2887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154BFA-B12E-527C-41AA-51E2624E0E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F60E0-05A5-5EF5-FF9A-408D9F681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91F88-769D-F241-6066-120A7EB30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BB321-9EA6-5B33-FB20-7C807D818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2703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E6C41-577D-81AF-1D86-84F48C128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D6898-056B-2F59-24AF-BBCAFC03C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A834E-D340-7C4D-3CA6-E117ADDFF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88338-3919-41C9-0BA3-6E635FBFC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EC671-0C8E-0C06-8488-45AA6809C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534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AAF41-B9B0-CB21-24A4-4EB7DC07D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E79E6-D845-174A-B4A0-FD85CC0AB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39BC6-C597-962F-8A6C-6B41C508D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DABBDA-622B-D406-64C1-AC1DF7881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D5C7A-59D7-B4FA-4B54-A89D18C5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8736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BC7DB-B22A-B727-7008-3C113DEED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30266-90C8-ED7B-C121-54806229E2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84976-502B-CCF5-5C11-8A124F6CE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4B8CE-0269-94AD-2495-7717ABD68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E6078A-09CE-8390-407F-21AE4B411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2E5DC6-A5E5-6CAC-78E5-A02CCECEF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92322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B558-B4EF-2E84-8A46-75BD1F2AE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6502B-C800-19D9-7B09-E7B4B2A5A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8D01E-17A5-693F-7376-9F828EA653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6235BB-3CE5-6B54-89D4-AD428091C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EA900-5750-0F3E-3611-E87BEE7B2D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842A2D-23F7-6FB8-2133-737106633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60368B-DC9F-FD9B-74F8-2D1C83061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779932-DBE1-8792-DC74-5C69B465E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25651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0E961-1E7D-EC0D-2F21-D9A7018DF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E71DA9-B82C-55B1-9F67-D6EAC684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627322-E4AD-16E7-8EFC-6099865BF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F9237-5BCD-EA9A-393C-70B59E2F8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1821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C0D231-65C4-D970-B2EE-17ECED54D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E054E7-1DAB-2898-6E17-CC35E9210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545F7-BE13-8627-D9E7-166517A21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58730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6FFEC-B53F-B2EF-E596-67BDA17B5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A0F56-9325-AAD3-442B-265BFAD75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C0E5F6-A952-607D-07CB-793D7D2C1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B3206F-4D14-7D2F-3F7A-D4D9B045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59626-62F9-D891-FB54-3C819630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C4BFD-9BD1-E1E8-1C81-52C10DD4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531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73496-25B1-C61E-2D10-EA04AB511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8CE4BF-0D0D-3115-B056-EA30575EA7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C458DA-B1C5-216F-DAA2-7D8CFE9F8E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CAB04B-B6DF-FBAA-900E-B4CEF0C5B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4AADB9-4F22-A428-B7FD-BEDD71F8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40EFE-E53E-853B-0D6C-24E0EED2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6895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F3D9D-CE5F-61F4-235C-20796C068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98E461-8B65-A050-EAB9-9AD6DE33F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E288D-3DE5-CB7A-4235-3057864FE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70493-70A9-F956-3D36-7F527A1EF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45B35-68E8-65C0-CB34-4130278E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90059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5A40CA-C2D6-E583-1F40-B3191CA0E0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E9817E-5AD0-7928-D38B-6AACC38F2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67A13-0FE7-5CCF-808E-358868BC8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6E7AE-E296-EBBB-12FC-59627092D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01B3FF-039B-763C-2389-6996348F0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70382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321A7C-0095-B613-678B-0216FEA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AF8591-01FF-2001-E88D-A224CBC6A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25127-8C2E-B9B0-CC77-4CA1804552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2D2E62-46B9-7741-8F4B-C16A304CD82D}" type="datetimeFigureOut">
              <a:t>16/06/2024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1FA52-9FAB-20FF-314C-E412E8489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8493F-8472-7B81-84E5-82FA050C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4F7B5-1C44-EE40-9E4F-0B00271F41CC}" type="slidenum"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58996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774AB-081A-EA17-E7B8-C197FC32A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793"/>
            <a:ext cx="9144000" cy="2387600"/>
          </a:xfrm>
        </p:spPr>
        <p:txBody>
          <a:bodyPr anchor="ctr">
            <a:normAutofit fontScale="90000"/>
          </a:bodyPr>
          <a:lstStyle/>
          <a:p>
            <a:r>
              <a:rPr lang="en-IL" sz="10700">
                <a:latin typeface="Rubik" pitchFamily="2" charset="-79"/>
                <a:cs typeface="Rubik" pitchFamily="2" charset="-79"/>
              </a:rPr>
              <a:t>Jarvis</a:t>
            </a:r>
            <a:br>
              <a:rPr lang="en-IL" sz="7200">
                <a:latin typeface="Rubik" pitchFamily="2" charset="-79"/>
                <a:cs typeface="Rubik" pitchFamily="2" charset="-79"/>
              </a:rPr>
            </a:br>
            <a:r>
              <a:rPr lang="en-IL" sz="7200">
                <a:latin typeface="Rubik" pitchFamily="2" charset="-79"/>
                <a:cs typeface="Rubik" pitchFamily="2" charset="-79"/>
              </a:rPr>
              <a:t>Personal AI Assistant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A6CE0D-A6E5-AAB4-BF64-7D47AB853F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16887" y="4783949"/>
            <a:ext cx="2328154" cy="1120740"/>
          </a:xfrm>
        </p:spPr>
        <p:txBody>
          <a:bodyPr anchor="ctr">
            <a:normAutofit/>
          </a:bodyPr>
          <a:lstStyle/>
          <a:p>
            <a:r>
              <a:rPr lang="en-IL" sz="3200">
                <a:latin typeface="Rubik" pitchFamily="2" charset="-79"/>
                <a:cs typeface="Rubik" pitchFamily="2" charset="-79"/>
              </a:rPr>
              <a:t>Sinai Dori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5EAD3312-9789-F75D-6300-1BA5328962E5}"/>
              </a:ext>
            </a:extLst>
          </p:cNvPr>
          <p:cNvSpPr txBox="1">
            <a:spLocks/>
          </p:cNvSpPr>
          <p:nvPr/>
        </p:nvSpPr>
        <p:spPr>
          <a:xfrm>
            <a:off x="2428671" y="4783949"/>
            <a:ext cx="2746444" cy="112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L" sz="3200">
                <a:latin typeface="Rubik" pitchFamily="2" charset="-79"/>
                <a:cs typeface="Rubik" pitchFamily="2" charset="-79"/>
              </a:rPr>
              <a:t>Omer Bengal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A92410-FE39-5BCF-9D72-9378F5A01C0D}"/>
              </a:ext>
            </a:extLst>
          </p:cNvPr>
          <p:cNvSpPr txBox="1"/>
          <p:nvPr/>
        </p:nvSpPr>
        <p:spPr>
          <a:xfrm>
            <a:off x="440445" y="3543283"/>
            <a:ext cx="11311110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IL" sz="3200">
                <a:latin typeface="Rubik" pitchFamily="2" charset="-79"/>
                <a:cs typeface="Rubik" pitchFamily="2" charset="-79"/>
              </a:rPr>
              <a:t>A memory based ChatBot, that helps you manage your life</a:t>
            </a:r>
          </a:p>
        </p:txBody>
      </p:sp>
    </p:spTree>
    <p:extLst>
      <p:ext uri="{BB962C8B-B14F-4D97-AF65-F5344CB8AC3E}">
        <p14:creationId xmlns:p14="http://schemas.microsoft.com/office/powerpoint/2010/main" val="3716376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26FF420-2472-B05B-ED31-3DA13990E5A9}"/>
              </a:ext>
            </a:extLst>
          </p:cNvPr>
          <p:cNvSpPr txBox="1"/>
          <p:nvPr/>
        </p:nvSpPr>
        <p:spPr>
          <a:xfrm>
            <a:off x="441789" y="3105834"/>
            <a:ext cx="1130842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IL" sz="3600">
                <a:latin typeface="Rubik" pitchFamily="2" charset="-79"/>
                <a:cs typeface="Rubik" pitchFamily="2" charset="-79"/>
              </a:rPr>
              <a:t>the only personal assistant the knows the real YOU</a:t>
            </a:r>
            <a:endParaRPr lang="en-IL" sz="3600"/>
          </a:p>
        </p:txBody>
      </p:sp>
    </p:spTree>
    <p:extLst>
      <p:ext uri="{BB962C8B-B14F-4D97-AF65-F5344CB8AC3E}">
        <p14:creationId xmlns:p14="http://schemas.microsoft.com/office/powerpoint/2010/main" val="1933317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person's head with gears&#10;&#10;Description automatically generated">
            <a:extLst>
              <a:ext uri="{FF2B5EF4-FFF2-40B4-BE49-F238E27FC236}">
                <a16:creationId xmlns:a16="http://schemas.microsoft.com/office/drawing/2014/main" id="{F6F8E074-60BB-985C-6C17-6A230D2FF8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41" r="966"/>
          <a:stretch/>
        </p:blipFill>
        <p:spPr>
          <a:xfrm>
            <a:off x="-7109788" y="-16328571"/>
            <a:ext cx="38603576" cy="39515142"/>
          </a:xfrm>
          <a:prstGeom prst="rect">
            <a:avLst/>
          </a:prstGeom>
        </p:spPr>
      </p:pic>
      <p:sp>
        <p:nvSpPr>
          <p:cNvPr id="19" name="Freeform 18">
            <a:extLst>
              <a:ext uri="{FF2B5EF4-FFF2-40B4-BE49-F238E27FC236}">
                <a16:creationId xmlns:a16="http://schemas.microsoft.com/office/drawing/2014/main" id="{0F59C8C4-89FF-E879-EBA0-ABC15BC7AE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479722" y="2983897"/>
                </a:moveTo>
                <a:lnTo>
                  <a:pt x="3664856" y="3556371"/>
                </a:lnTo>
                <a:lnTo>
                  <a:pt x="3294587" y="3556371"/>
                </a:lnTo>
                <a:close/>
                <a:moveTo>
                  <a:pt x="4754434" y="2394397"/>
                </a:moveTo>
                <a:cubicBezTo>
                  <a:pt x="4660465" y="2394397"/>
                  <a:pt x="4646225" y="2425725"/>
                  <a:pt x="4646225" y="2505453"/>
                </a:cubicBezTo>
                <a:lnTo>
                  <a:pt x="4646225" y="4211390"/>
                </a:lnTo>
                <a:cubicBezTo>
                  <a:pt x="4646225" y="4305357"/>
                  <a:pt x="4674705" y="4322445"/>
                  <a:pt x="4754434" y="4322445"/>
                </a:cubicBezTo>
                <a:lnTo>
                  <a:pt x="5036383" y="4322445"/>
                </a:lnTo>
                <a:cubicBezTo>
                  <a:pt x="5116110" y="4322445"/>
                  <a:pt x="5147438" y="4305357"/>
                  <a:pt x="5147438" y="4211390"/>
                </a:cubicBezTo>
                <a:lnTo>
                  <a:pt x="5147438" y="2850042"/>
                </a:lnTo>
                <a:lnTo>
                  <a:pt x="5497754" y="2850042"/>
                </a:lnTo>
                <a:cubicBezTo>
                  <a:pt x="5617385" y="2850042"/>
                  <a:pt x="5731304" y="2944025"/>
                  <a:pt x="5731304" y="3063656"/>
                </a:cubicBezTo>
                <a:cubicBezTo>
                  <a:pt x="5731304" y="3169047"/>
                  <a:pt x="5600297" y="3265878"/>
                  <a:pt x="5489211" y="3265878"/>
                </a:cubicBezTo>
                <a:lnTo>
                  <a:pt x="5432251" y="3265878"/>
                </a:lnTo>
                <a:cubicBezTo>
                  <a:pt x="5338284" y="3265878"/>
                  <a:pt x="5321196" y="3297206"/>
                  <a:pt x="5321196" y="3376933"/>
                </a:cubicBezTo>
                <a:lnTo>
                  <a:pt x="5321196" y="3604771"/>
                </a:lnTo>
                <a:cubicBezTo>
                  <a:pt x="5321196" y="3712979"/>
                  <a:pt x="5326891" y="3744306"/>
                  <a:pt x="5352524" y="3778482"/>
                </a:cubicBezTo>
                <a:lnTo>
                  <a:pt x="5660105" y="4237006"/>
                </a:lnTo>
                <a:cubicBezTo>
                  <a:pt x="5699976" y="4296813"/>
                  <a:pt x="5734152" y="4322445"/>
                  <a:pt x="5830967" y="4322445"/>
                </a:cubicBezTo>
                <a:lnTo>
                  <a:pt x="6167028" y="4322445"/>
                </a:lnTo>
                <a:cubicBezTo>
                  <a:pt x="6249604" y="4322445"/>
                  <a:pt x="6263844" y="4231430"/>
                  <a:pt x="6238212" y="4174382"/>
                </a:cubicBezTo>
                <a:lnTo>
                  <a:pt x="5836648" y="3636719"/>
                </a:lnTo>
                <a:cubicBezTo>
                  <a:pt x="6013222" y="3587668"/>
                  <a:pt x="6232516" y="3379765"/>
                  <a:pt x="6232516" y="3052264"/>
                </a:cubicBezTo>
                <a:cubicBezTo>
                  <a:pt x="6232516" y="2841529"/>
                  <a:pt x="6172708" y="2679195"/>
                  <a:pt x="6067334" y="2576668"/>
                </a:cubicBezTo>
                <a:cubicBezTo>
                  <a:pt x="5947719" y="2457053"/>
                  <a:pt x="5811015" y="2394397"/>
                  <a:pt x="5472123" y="2394397"/>
                </a:cubicBezTo>
                <a:close/>
                <a:moveTo>
                  <a:pt x="8508454" y="2391549"/>
                </a:moveTo>
                <a:cubicBezTo>
                  <a:pt x="8414486" y="2391549"/>
                  <a:pt x="8397398" y="2422877"/>
                  <a:pt x="8397398" y="2502605"/>
                </a:cubicBezTo>
                <a:lnTo>
                  <a:pt x="8397398" y="2733291"/>
                </a:lnTo>
                <a:cubicBezTo>
                  <a:pt x="8397398" y="2813018"/>
                  <a:pt x="8414486" y="2844346"/>
                  <a:pt x="8508454" y="2844346"/>
                </a:cubicBezTo>
                <a:lnTo>
                  <a:pt x="8653716" y="2844346"/>
                </a:lnTo>
                <a:lnTo>
                  <a:pt x="8653716" y="3875344"/>
                </a:lnTo>
                <a:lnTo>
                  <a:pt x="8502758" y="3875344"/>
                </a:lnTo>
                <a:cubicBezTo>
                  <a:pt x="8408791" y="3875344"/>
                  <a:pt x="8391703" y="3906672"/>
                  <a:pt x="8391703" y="3986400"/>
                </a:cubicBezTo>
                <a:lnTo>
                  <a:pt x="8391703" y="4211390"/>
                </a:lnTo>
                <a:cubicBezTo>
                  <a:pt x="8391703" y="4291118"/>
                  <a:pt x="8408791" y="4322445"/>
                  <a:pt x="8502758" y="4322445"/>
                </a:cubicBezTo>
                <a:lnTo>
                  <a:pt x="9308735" y="4322445"/>
                </a:lnTo>
                <a:cubicBezTo>
                  <a:pt x="9402702" y="4322445"/>
                  <a:pt x="9419790" y="4291118"/>
                  <a:pt x="9419790" y="4211390"/>
                </a:cubicBezTo>
                <a:lnTo>
                  <a:pt x="9419790" y="3986400"/>
                </a:lnTo>
                <a:cubicBezTo>
                  <a:pt x="9419790" y="3906672"/>
                  <a:pt x="9402702" y="3875344"/>
                  <a:pt x="9308735" y="3875344"/>
                </a:cubicBezTo>
                <a:lnTo>
                  <a:pt x="9157777" y="3875344"/>
                </a:lnTo>
                <a:lnTo>
                  <a:pt x="9157777" y="2844346"/>
                </a:lnTo>
                <a:lnTo>
                  <a:pt x="9300192" y="2844346"/>
                </a:lnTo>
                <a:cubicBezTo>
                  <a:pt x="9394159" y="2844346"/>
                  <a:pt x="9411247" y="2813018"/>
                  <a:pt x="9411247" y="2733291"/>
                </a:cubicBezTo>
                <a:lnTo>
                  <a:pt x="9411247" y="2502605"/>
                </a:lnTo>
                <a:cubicBezTo>
                  <a:pt x="9411247" y="2422877"/>
                  <a:pt x="9394159" y="2391549"/>
                  <a:pt x="9300192" y="2391549"/>
                </a:cubicBezTo>
                <a:close/>
                <a:moveTo>
                  <a:pt x="6496307" y="2391549"/>
                </a:moveTo>
                <a:cubicBezTo>
                  <a:pt x="6413732" y="2391549"/>
                  <a:pt x="6402340" y="2471619"/>
                  <a:pt x="6416580" y="2531069"/>
                </a:cubicBezTo>
                <a:lnTo>
                  <a:pt x="7028894" y="4237006"/>
                </a:lnTo>
                <a:cubicBezTo>
                  <a:pt x="7063070" y="4311053"/>
                  <a:pt x="7083006" y="4322445"/>
                  <a:pt x="7174126" y="4322445"/>
                </a:cubicBezTo>
                <a:lnTo>
                  <a:pt x="7447531" y="4322445"/>
                </a:lnTo>
                <a:cubicBezTo>
                  <a:pt x="7538651" y="4322445"/>
                  <a:pt x="7558587" y="4311053"/>
                  <a:pt x="7592762" y="4237006"/>
                </a:cubicBezTo>
                <a:lnTo>
                  <a:pt x="8202229" y="2531069"/>
                </a:lnTo>
                <a:cubicBezTo>
                  <a:pt x="8216469" y="2471619"/>
                  <a:pt x="8205077" y="2391549"/>
                  <a:pt x="8122501" y="2391549"/>
                </a:cubicBezTo>
                <a:lnTo>
                  <a:pt x="7820616" y="2391549"/>
                </a:lnTo>
                <a:cubicBezTo>
                  <a:pt x="7715256" y="2391549"/>
                  <a:pt x="7695320" y="2414333"/>
                  <a:pt x="7672537" y="2482685"/>
                </a:cubicBezTo>
                <a:lnTo>
                  <a:pt x="7316419" y="3661746"/>
                </a:lnTo>
                <a:lnTo>
                  <a:pt x="6957664" y="2482685"/>
                </a:lnTo>
                <a:cubicBezTo>
                  <a:pt x="6934881" y="2414333"/>
                  <a:pt x="6914945" y="2391549"/>
                  <a:pt x="6812433" y="2391549"/>
                </a:cubicBezTo>
                <a:close/>
                <a:moveTo>
                  <a:pt x="3343019" y="2391549"/>
                </a:moveTo>
                <a:cubicBezTo>
                  <a:pt x="3251899" y="2391549"/>
                  <a:pt x="3220571" y="2420029"/>
                  <a:pt x="3197787" y="2479837"/>
                </a:cubicBezTo>
                <a:lnTo>
                  <a:pt x="2565537" y="4185774"/>
                </a:lnTo>
                <a:cubicBezTo>
                  <a:pt x="2551297" y="4219949"/>
                  <a:pt x="2551297" y="4322445"/>
                  <a:pt x="2642417" y="4322445"/>
                </a:cubicBezTo>
                <a:lnTo>
                  <a:pt x="2941454" y="4322445"/>
                </a:lnTo>
                <a:cubicBezTo>
                  <a:pt x="3032574" y="4322445"/>
                  <a:pt x="3055357" y="4305357"/>
                  <a:pt x="3078141" y="4237006"/>
                </a:cubicBezTo>
                <a:lnTo>
                  <a:pt x="3157884" y="4012016"/>
                </a:lnTo>
                <a:lnTo>
                  <a:pt x="3798710" y="4012016"/>
                </a:lnTo>
                <a:lnTo>
                  <a:pt x="3878453" y="4237006"/>
                </a:lnTo>
                <a:cubicBezTo>
                  <a:pt x="3901237" y="4305357"/>
                  <a:pt x="3924021" y="4322445"/>
                  <a:pt x="4015141" y="4322445"/>
                </a:cubicBezTo>
                <a:lnTo>
                  <a:pt x="4314178" y="4322445"/>
                </a:lnTo>
                <a:cubicBezTo>
                  <a:pt x="4405297" y="4322445"/>
                  <a:pt x="4405297" y="4219949"/>
                  <a:pt x="4391058" y="4185774"/>
                </a:cubicBezTo>
                <a:lnTo>
                  <a:pt x="3761655" y="2479837"/>
                </a:lnTo>
                <a:cubicBezTo>
                  <a:pt x="3736023" y="2420029"/>
                  <a:pt x="3707544" y="2391549"/>
                  <a:pt x="3616424" y="2391549"/>
                </a:cubicBezTo>
                <a:close/>
                <a:moveTo>
                  <a:pt x="10373561" y="2348830"/>
                </a:moveTo>
                <a:cubicBezTo>
                  <a:pt x="10017564" y="2363070"/>
                  <a:pt x="9681502" y="2545340"/>
                  <a:pt x="9681502" y="2944041"/>
                </a:cubicBezTo>
                <a:cubicBezTo>
                  <a:pt x="9681502" y="3334198"/>
                  <a:pt x="9946364" y="3448117"/>
                  <a:pt x="10234010" y="3539252"/>
                </a:cubicBezTo>
                <a:cubicBezTo>
                  <a:pt x="10476087" y="3616147"/>
                  <a:pt x="10729557" y="3618995"/>
                  <a:pt x="10729557" y="3750018"/>
                </a:cubicBezTo>
                <a:cubicBezTo>
                  <a:pt x="10729557" y="3881040"/>
                  <a:pt x="10604247" y="3915216"/>
                  <a:pt x="10478920" y="3915216"/>
                </a:cubicBezTo>
                <a:cubicBezTo>
                  <a:pt x="10402009" y="3915216"/>
                  <a:pt x="10285242" y="3889584"/>
                  <a:pt x="10228283" y="3821233"/>
                </a:cubicBezTo>
                <a:cubicBezTo>
                  <a:pt x="10191259" y="3778513"/>
                  <a:pt x="10177020" y="3741490"/>
                  <a:pt x="10174171" y="3704466"/>
                </a:cubicBezTo>
                <a:cubicBezTo>
                  <a:pt x="10168475" y="3633267"/>
                  <a:pt x="10137147" y="3624723"/>
                  <a:pt x="10043180" y="3624723"/>
                </a:cubicBezTo>
                <a:lnTo>
                  <a:pt x="9766925" y="3624723"/>
                </a:lnTo>
                <a:cubicBezTo>
                  <a:pt x="9672959" y="3624723"/>
                  <a:pt x="9655871" y="3638962"/>
                  <a:pt x="9655871" y="3732930"/>
                </a:cubicBezTo>
                <a:cubicBezTo>
                  <a:pt x="9655871" y="4160111"/>
                  <a:pt x="10065979" y="4365165"/>
                  <a:pt x="10450440" y="4365165"/>
                </a:cubicBezTo>
                <a:cubicBezTo>
                  <a:pt x="10917492" y="4365165"/>
                  <a:pt x="11236465" y="4171502"/>
                  <a:pt x="11236465" y="3738626"/>
                </a:cubicBezTo>
                <a:cubicBezTo>
                  <a:pt x="11236465" y="3322837"/>
                  <a:pt x="10934580" y="3240246"/>
                  <a:pt x="10729525" y="3177591"/>
                </a:cubicBezTo>
                <a:cubicBezTo>
                  <a:pt x="10615607" y="3132023"/>
                  <a:pt x="10196954" y="3069368"/>
                  <a:pt x="10196954" y="2924105"/>
                </a:cubicBezTo>
                <a:cubicBezTo>
                  <a:pt x="10196954" y="2824410"/>
                  <a:pt x="10353594" y="2787387"/>
                  <a:pt x="10419112" y="2787387"/>
                </a:cubicBezTo>
                <a:cubicBezTo>
                  <a:pt x="10476087" y="2787387"/>
                  <a:pt x="10578615" y="2813018"/>
                  <a:pt x="10632726" y="2864282"/>
                </a:cubicBezTo>
                <a:cubicBezTo>
                  <a:pt x="10666901" y="2898458"/>
                  <a:pt x="10681141" y="2921241"/>
                  <a:pt x="10692533" y="2949721"/>
                </a:cubicBezTo>
                <a:cubicBezTo>
                  <a:pt x="10706773" y="2986745"/>
                  <a:pt x="10715317" y="3026617"/>
                  <a:pt x="10797892" y="3026617"/>
                </a:cubicBezTo>
                <a:lnTo>
                  <a:pt x="11076994" y="3026617"/>
                </a:lnTo>
                <a:cubicBezTo>
                  <a:pt x="11170962" y="3026617"/>
                  <a:pt x="11188050" y="3015225"/>
                  <a:pt x="11188050" y="2918409"/>
                </a:cubicBezTo>
                <a:cubicBezTo>
                  <a:pt x="11188050" y="2514012"/>
                  <a:pt x="10792181" y="2348830"/>
                  <a:pt x="10373561" y="2348830"/>
                </a:cubicBezTo>
                <a:close/>
                <a:moveTo>
                  <a:pt x="1407548" y="2345982"/>
                </a:moveTo>
                <a:cubicBezTo>
                  <a:pt x="1310733" y="2345982"/>
                  <a:pt x="1296493" y="2377310"/>
                  <a:pt x="1296493" y="2457037"/>
                </a:cubicBezTo>
                <a:lnTo>
                  <a:pt x="1296493" y="2693419"/>
                </a:lnTo>
                <a:cubicBezTo>
                  <a:pt x="1296493" y="2773147"/>
                  <a:pt x="1310733" y="2804474"/>
                  <a:pt x="1407548" y="2804474"/>
                </a:cubicBezTo>
                <a:lnTo>
                  <a:pt x="1877480" y="2804474"/>
                </a:lnTo>
                <a:lnTo>
                  <a:pt x="1877480" y="3619011"/>
                </a:lnTo>
                <a:cubicBezTo>
                  <a:pt x="1877480" y="3767121"/>
                  <a:pt x="1806280" y="3869648"/>
                  <a:pt x="1646778" y="3869648"/>
                </a:cubicBezTo>
                <a:cubicBezTo>
                  <a:pt x="1547083" y="3869648"/>
                  <a:pt x="1455948" y="3801297"/>
                  <a:pt x="1447404" y="3633267"/>
                </a:cubicBezTo>
                <a:cubicBezTo>
                  <a:pt x="1447404" y="3619027"/>
                  <a:pt x="1441708" y="3573459"/>
                  <a:pt x="1347740" y="3573459"/>
                </a:cubicBezTo>
                <a:lnTo>
                  <a:pt x="1045855" y="3573459"/>
                </a:lnTo>
                <a:cubicBezTo>
                  <a:pt x="951888" y="3573459"/>
                  <a:pt x="949040" y="3636115"/>
                  <a:pt x="949040" y="3678818"/>
                </a:cubicBezTo>
                <a:cubicBezTo>
                  <a:pt x="949040" y="4108847"/>
                  <a:pt x="1239533" y="4322445"/>
                  <a:pt x="1646778" y="4322445"/>
                </a:cubicBezTo>
                <a:cubicBezTo>
                  <a:pt x="2014151" y="4322445"/>
                  <a:pt x="2381540" y="4154415"/>
                  <a:pt x="2381540" y="3681667"/>
                </a:cubicBezTo>
                <a:lnTo>
                  <a:pt x="2381540" y="2457037"/>
                </a:lnTo>
                <a:cubicBezTo>
                  <a:pt x="2381540" y="2377310"/>
                  <a:pt x="2364452" y="2345982"/>
                  <a:pt x="2270485" y="234598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BABB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676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person's head with gears&#10;&#10;Description automatically generated">
            <a:extLst>
              <a:ext uri="{FF2B5EF4-FFF2-40B4-BE49-F238E27FC236}">
                <a16:creationId xmlns:a16="http://schemas.microsoft.com/office/drawing/2014/main" id="{F6F8E074-60BB-985C-6C17-6A230D2FF8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41" r="966"/>
          <a:stretch/>
        </p:blipFill>
        <p:spPr>
          <a:xfrm>
            <a:off x="1159329" y="-1643743"/>
            <a:ext cx="9911442" cy="10145486"/>
          </a:xfrm>
          <a:prstGeom prst="rect">
            <a:avLst/>
          </a:prstGeom>
        </p:spPr>
      </p:pic>
      <p:sp>
        <p:nvSpPr>
          <p:cNvPr id="19" name="Freeform 18">
            <a:extLst>
              <a:ext uri="{FF2B5EF4-FFF2-40B4-BE49-F238E27FC236}">
                <a16:creationId xmlns:a16="http://schemas.microsoft.com/office/drawing/2014/main" id="{0F59C8C4-89FF-E879-EBA0-ABC15BC7AE05}"/>
              </a:ext>
            </a:extLst>
          </p:cNvPr>
          <p:cNvSpPr/>
          <p:nvPr/>
        </p:nvSpPr>
        <p:spPr>
          <a:xfrm>
            <a:off x="-81381600" y="-39457993"/>
            <a:ext cx="198468346" cy="111638444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3479722" y="2983897"/>
                </a:moveTo>
                <a:lnTo>
                  <a:pt x="3664856" y="3556371"/>
                </a:lnTo>
                <a:lnTo>
                  <a:pt x="3294587" y="3556371"/>
                </a:lnTo>
                <a:close/>
                <a:moveTo>
                  <a:pt x="4754434" y="2394397"/>
                </a:moveTo>
                <a:cubicBezTo>
                  <a:pt x="4660465" y="2394397"/>
                  <a:pt x="4646225" y="2425725"/>
                  <a:pt x="4646225" y="2505453"/>
                </a:cubicBezTo>
                <a:lnTo>
                  <a:pt x="4646225" y="4211390"/>
                </a:lnTo>
                <a:cubicBezTo>
                  <a:pt x="4646225" y="4305357"/>
                  <a:pt x="4674705" y="4322445"/>
                  <a:pt x="4754434" y="4322445"/>
                </a:cubicBezTo>
                <a:lnTo>
                  <a:pt x="5036383" y="4322445"/>
                </a:lnTo>
                <a:cubicBezTo>
                  <a:pt x="5116110" y="4322445"/>
                  <a:pt x="5147438" y="4305357"/>
                  <a:pt x="5147438" y="4211390"/>
                </a:cubicBezTo>
                <a:lnTo>
                  <a:pt x="5147438" y="2850042"/>
                </a:lnTo>
                <a:lnTo>
                  <a:pt x="5497754" y="2850042"/>
                </a:lnTo>
                <a:cubicBezTo>
                  <a:pt x="5617385" y="2850042"/>
                  <a:pt x="5731304" y="2944025"/>
                  <a:pt x="5731304" y="3063656"/>
                </a:cubicBezTo>
                <a:cubicBezTo>
                  <a:pt x="5731304" y="3169047"/>
                  <a:pt x="5600297" y="3265878"/>
                  <a:pt x="5489211" y="3265878"/>
                </a:cubicBezTo>
                <a:lnTo>
                  <a:pt x="5432251" y="3265878"/>
                </a:lnTo>
                <a:cubicBezTo>
                  <a:pt x="5338284" y="3265878"/>
                  <a:pt x="5321196" y="3297206"/>
                  <a:pt x="5321196" y="3376933"/>
                </a:cubicBezTo>
                <a:lnTo>
                  <a:pt x="5321196" y="3604771"/>
                </a:lnTo>
                <a:cubicBezTo>
                  <a:pt x="5321196" y="3712979"/>
                  <a:pt x="5326891" y="3744306"/>
                  <a:pt x="5352524" y="3778482"/>
                </a:cubicBezTo>
                <a:lnTo>
                  <a:pt x="5660105" y="4237006"/>
                </a:lnTo>
                <a:cubicBezTo>
                  <a:pt x="5699976" y="4296813"/>
                  <a:pt x="5734152" y="4322445"/>
                  <a:pt x="5830967" y="4322445"/>
                </a:cubicBezTo>
                <a:lnTo>
                  <a:pt x="6167028" y="4322445"/>
                </a:lnTo>
                <a:cubicBezTo>
                  <a:pt x="6249604" y="4322445"/>
                  <a:pt x="6263844" y="4231430"/>
                  <a:pt x="6238212" y="4174382"/>
                </a:cubicBezTo>
                <a:lnTo>
                  <a:pt x="5836648" y="3636719"/>
                </a:lnTo>
                <a:cubicBezTo>
                  <a:pt x="6013222" y="3587668"/>
                  <a:pt x="6232516" y="3379765"/>
                  <a:pt x="6232516" y="3052264"/>
                </a:cubicBezTo>
                <a:cubicBezTo>
                  <a:pt x="6232516" y="2841529"/>
                  <a:pt x="6172708" y="2679195"/>
                  <a:pt x="6067334" y="2576668"/>
                </a:cubicBezTo>
                <a:cubicBezTo>
                  <a:pt x="5947719" y="2457053"/>
                  <a:pt x="5811015" y="2394397"/>
                  <a:pt x="5472123" y="2394397"/>
                </a:cubicBezTo>
                <a:close/>
                <a:moveTo>
                  <a:pt x="8508454" y="2391549"/>
                </a:moveTo>
                <a:cubicBezTo>
                  <a:pt x="8414486" y="2391549"/>
                  <a:pt x="8397398" y="2422877"/>
                  <a:pt x="8397398" y="2502605"/>
                </a:cubicBezTo>
                <a:lnTo>
                  <a:pt x="8397398" y="2733291"/>
                </a:lnTo>
                <a:cubicBezTo>
                  <a:pt x="8397398" y="2813018"/>
                  <a:pt x="8414486" y="2844346"/>
                  <a:pt x="8508454" y="2844346"/>
                </a:cubicBezTo>
                <a:lnTo>
                  <a:pt x="8653716" y="2844346"/>
                </a:lnTo>
                <a:lnTo>
                  <a:pt x="8653716" y="3875344"/>
                </a:lnTo>
                <a:lnTo>
                  <a:pt x="8502758" y="3875344"/>
                </a:lnTo>
                <a:cubicBezTo>
                  <a:pt x="8408791" y="3875344"/>
                  <a:pt x="8391703" y="3906672"/>
                  <a:pt x="8391703" y="3986400"/>
                </a:cubicBezTo>
                <a:lnTo>
                  <a:pt x="8391703" y="4211390"/>
                </a:lnTo>
                <a:cubicBezTo>
                  <a:pt x="8391703" y="4291118"/>
                  <a:pt x="8408791" y="4322445"/>
                  <a:pt x="8502758" y="4322445"/>
                </a:cubicBezTo>
                <a:lnTo>
                  <a:pt x="9308735" y="4322445"/>
                </a:lnTo>
                <a:cubicBezTo>
                  <a:pt x="9402702" y="4322445"/>
                  <a:pt x="9419790" y="4291118"/>
                  <a:pt x="9419790" y="4211390"/>
                </a:cubicBezTo>
                <a:lnTo>
                  <a:pt x="9419790" y="3986400"/>
                </a:lnTo>
                <a:cubicBezTo>
                  <a:pt x="9419790" y="3906672"/>
                  <a:pt x="9402702" y="3875344"/>
                  <a:pt x="9308735" y="3875344"/>
                </a:cubicBezTo>
                <a:lnTo>
                  <a:pt x="9157777" y="3875344"/>
                </a:lnTo>
                <a:lnTo>
                  <a:pt x="9157777" y="2844346"/>
                </a:lnTo>
                <a:lnTo>
                  <a:pt x="9300192" y="2844346"/>
                </a:lnTo>
                <a:cubicBezTo>
                  <a:pt x="9394159" y="2844346"/>
                  <a:pt x="9411247" y="2813018"/>
                  <a:pt x="9411247" y="2733291"/>
                </a:cubicBezTo>
                <a:lnTo>
                  <a:pt x="9411247" y="2502605"/>
                </a:lnTo>
                <a:cubicBezTo>
                  <a:pt x="9411247" y="2422877"/>
                  <a:pt x="9394159" y="2391549"/>
                  <a:pt x="9300192" y="2391549"/>
                </a:cubicBezTo>
                <a:close/>
                <a:moveTo>
                  <a:pt x="6496307" y="2391549"/>
                </a:moveTo>
                <a:cubicBezTo>
                  <a:pt x="6413732" y="2391549"/>
                  <a:pt x="6402340" y="2471619"/>
                  <a:pt x="6416580" y="2531069"/>
                </a:cubicBezTo>
                <a:lnTo>
                  <a:pt x="7028894" y="4237006"/>
                </a:lnTo>
                <a:cubicBezTo>
                  <a:pt x="7063070" y="4311053"/>
                  <a:pt x="7083006" y="4322445"/>
                  <a:pt x="7174126" y="4322445"/>
                </a:cubicBezTo>
                <a:lnTo>
                  <a:pt x="7447531" y="4322445"/>
                </a:lnTo>
                <a:cubicBezTo>
                  <a:pt x="7538651" y="4322445"/>
                  <a:pt x="7558587" y="4311053"/>
                  <a:pt x="7592762" y="4237006"/>
                </a:cubicBezTo>
                <a:lnTo>
                  <a:pt x="8202229" y="2531069"/>
                </a:lnTo>
                <a:cubicBezTo>
                  <a:pt x="8216469" y="2471619"/>
                  <a:pt x="8205077" y="2391549"/>
                  <a:pt x="8122501" y="2391549"/>
                </a:cubicBezTo>
                <a:lnTo>
                  <a:pt x="7820616" y="2391549"/>
                </a:lnTo>
                <a:cubicBezTo>
                  <a:pt x="7715256" y="2391549"/>
                  <a:pt x="7695320" y="2414333"/>
                  <a:pt x="7672537" y="2482685"/>
                </a:cubicBezTo>
                <a:lnTo>
                  <a:pt x="7316419" y="3661746"/>
                </a:lnTo>
                <a:lnTo>
                  <a:pt x="6957664" y="2482685"/>
                </a:lnTo>
                <a:cubicBezTo>
                  <a:pt x="6934881" y="2414333"/>
                  <a:pt x="6914945" y="2391549"/>
                  <a:pt x="6812433" y="2391549"/>
                </a:cubicBezTo>
                <a:close/>
                <a:moveTo>
                  <a:pt x="3343019" y="2391549"/>
                </a:moveTo>
                <a:cubicBezTo>
                  <a:pt x="3251899" y="2391549"/>
                  <a:pt x="3220571" y="2420029"/>
                  <a:pt x="3197787" y="2479837"/>
                </a:cubicBezTo>
                <a:lnTo>
                  <a:pt x="2565537" y="4185774"/>
                </a:lnTo>
                <a:cubicBezTo>
                  <a:pt x="2551297" y="4219949"/>
                  <a:pt x="2551297" y="4322445"/>
                  <a:pt x="2642417" y="4322445"/>
                </a:cubicBezTo>
                <a:lnTo>
                  <a:pt x="2941454" y="4322445"/>
                </a:lnTo>
                <a:cubicBezTo>
                  <a:pt x="3032574" y="4322445"/>
                  <a:pt x="3055357" y="4305357"/>
                  <a:pt x="3078141" y="4237006"/>
                </a:cubicBezTo>
                <a:lnTo>
                  <a:pt x="3157884" y="4012016"/>
                </a:lnTo>
                <a:lnTo>
                  <a:pt x="3798710" y="4012016"/>
                </a:lnTo>
                <a:lnTo>
                  <a:pt x="3878453" y="4237006"/>
                </a:lnTo>
                <a:cubicBezTo>
                  <a:pt x="3901237" y="4305357"/>
                  <a:pt x="3924021" y="4322445"/>
                  <a:pt x="4015141" y="4322445"/>
                </a:cubicBezTo>
                <a:lnTo>
                  <a:pt x="4314178" y="4322445"/>
                </a:lnTo>
                <a:cubicBezTo>
                  <a:pt x="4405297" y="4322445"/>
                  <a:pt x="4405297" y="4219949"/>
                  <a:pt x="4391058" y="4185774"/>
                </a:cubicBezTo>
                <a:lnTo>
                  <a:pt x="3761655" y="2479837"/>
                </a:lnTo>
                <a:cubicBezTo>
                  <a:pt x="3736023" y="2420029"/>
                  <a:pt x="3707544" y="2391549"/>
                  <a:pt x="3616424" y="2391549"/>
                </a:cubicBezTo>
                <a:close/>
                <a:moveTo>
                  <a:pt x="10373561" y="2348830"/>
                </a:moveTo>
                <a:cubicBezTo>
                  <a:pt x="10017564" y="2363070"/>
                  <a:pt x="9681502" y="2545340"/>
                  <a:pt x="9681502" y="2944041"/>
                </a:cubicBezTo>
                <a:cubicBezTo>
                  <a:pt x="9681502" y="3334198"/>
                  <a:pt x="9946364" y="3448117"/>
                  <a:pt x="10234010" y="3539252"/>
                </a:cubicBezTo>
                <a:cubicBezTo>
                  <a:pt x="10476087" y="3616147"/>
                  <a:pt x="10729557" y="3618995"/>
                  <a:pt x="10729557" y="3750018"/>
                </a:cubicBezTo>
                <a:cubicBezTo>
                  <a:pt x="10729557" y="3881040"/>
                  <a:pt x="10604247" y="3915216"/>
                  <a:pt x="10478920" y="3915216"/>
                </a:cubicBezTo>
                <a:cubicBezTo>
                  <a:pt x="10402009" y="3915216"/>
                  <a:pt x="10285242" y="3889584"/>
                  <a:pt x="10228283" y="3821233"/>
                </a:cubicBezTo>
                <a:cubicBezTo>
                  <a:pt x="10191259" y="3778513"/>
                  <a:pt x="10177020" y="3741490"/>
                  <a:pt x="10174171" y="3704466"/>
                </a:cubicBezTo>
                <a:cubicBezTo>
                  <a:pt x="10168475" y="3633267"/>
                  <a:pt x="10137147" y="3624723"/>
                  <a:pt x="10043180" y="3624723"/>
                </a:cubicBezTo>
                <a:lnTo>
                  <a:pt x="9766925" y="3624723"/>
                </a:lnTo>
                <a:cubicBezTo>
                  <a:pt x="9672959" y="3624723"/>
                  <a:pt x="9655871" y="3638962"/>
                  <a:pt x="9655871" y="3732930"/>
                </a:cubicBezTo>
                <a:cubicBezTo>
                  <a:pt x="9655871" y="4160111"/>
                  <a:pt x="10065979" y="4365165"/>
                  <a:pt x="10450440" y="4365165"/>
                </a:cubicBezTo>
                <a:cubicBezTo>
                  <a:pt x="10917492" y="4365165"/>
                  <a:pt x="11236465" y="4171502"/>
                  <a:pt x="11236465" y="3738626"/>
                </a:cubicBezTo>
                <a:cubicBezTo>
                  <a:pt x="11236465" y="3322837"/>
                  <a:pt x="10934580" y="3240246"/>
                  <a:pt x="10729525" y="3177591"/>
                </a:cubicBezTo>
                <a:cubicBezTo>
                  <a:pt x="10615607" y="3132023"/>
                  <a:pt x="10196954" y="3069368"/>
                  <a:pt x="10196954" y="2924105"/>
                </a:cubicBezTo>
                <a:cubicBezTo>
                  <a:pt x="10196954" y="2824410"/>
                  <a:pt x="10353594" y="2787387"/>
                  <a:pt x="10419112" y="2787387"/>
                </a:cubicBezTo>
                <a:cubicBezTo>
                  <a:pt x="10476087" y="2787387"/>
                  <a:pt x="10578615" y="2813018"/>
                  <a:pt x="10632726" y="2864282"/>
                </a:cubicBezTo>
                <a:cubicBezTo>
                  <a:pt x="10666901" y="2898458"/>
                  <a:pt x="10681141" y="2921241"/>
                  <a:pt x="10692533" y="2949721"/>
                </a:cubicBezTo>
                <a:cubicBezTo>
                  <a:pt x="10706773" y="2986745"/>
                  <a:pt x="10715317" y="3026617"/>
                  <a:pt x="10797892" y="3026617"/>
                </a:cubicBezTo>
                <a:lnTo>
                  <a:pt x="11076994" y="3026617"/>
                </a:lnTo>
                <a:cubicBezTo>
                  <a:pt x="11170962" y="3026617"/>
                  <a:pt x="11188050" y="3015225"/>
                  <a:pt x="11188050" y="2918409"/>
                </a:cubicBezTo>
                <a:cubicBezTo>
                  <a:pt x="11188050" y="2514012"/>
                  <a:pt x="10792181" y="2348830"/>
                  <a:pt x="10373561" y="2348830"/>
                </a:cubicBezTo>
                <a:close/>
                <a:moveTo>
                  <a:pt x="1407548" y="2345982"/>
                </a:moveTo>
                <a:cubicBezTo>
                  <a:pt x="1310733" y="2345982"/>
                  <a:pt x="1296493" y="2377310"/>
                  <a:pt x="1296493" y="2457037"/>
                </a:cubicBezTo>
                <a:lnTo>
                  <a:pt x="1296493" y="2693419"/>
                </a:lnTo>
                <a:cubicBezTo>
                  <a:pt x="1296493" y="2773147"/>
                  <a:pt x="1310733" y="2804474"/>
                  <a:pt x="1407548" y="2804474"/>
                </a:cubicBezTo>
                <a:lnTo>
                  <a:pt x="1877480" y="2804474"/>
                </a:lnTo>
                <a:lnTo>
                  <a:pt x="1877480" y="3619011"/>
                </a:lnTo>
                <a:cubicBezTo>
                  <a:pt x="1877480" y="3767121"/>
                  <a:pt x="1806280" y="3869648"/>
                  <a:pt x="1646778" y="3869648"/>
                </a:cubicBezTo>
                <a:cubicBezTo>
                  <a:pt x="1547083" y="3869648"/>
                  <a:pt x="1455948" y="3801297"/>
                  <a:pt x="1447404" y="3633267"/>
                </a:cubicBezTo>
                <a:cubicBezTo>
                  <a:pt x="1447404" y="3619027"/>
                  <a:pt x="1441708" y="3573459"/>
                  <a:pt x="1347740" y="3573459"/>
                </a:cubicBezTo>
                <a:lnTo>
                  <a:pt x="1045855" y="3573459"/>
                </a:lnTo>
                <a:cubicBezTo>
                  <a:pt x="951888" y="3573459"/>
                  <a:pt x="949040" y="3636115"/>
                  <a:pt x="949040" y="3678818"/>
                </a:cubicBezTo>
                <a:cubicBezTo>
                  <a:pt x="949040" y="4108847"/>
                  <a:pt x="1239533" y="4322445"/>
                  <a:pt x="1646778" y="4322445"/>
                </a:cubicBezTo>
                <a:cubicBezTo>
                  <a:pt x="2014151" y="4322445"/>
                  <a:pt x="2381540" y="4154415"/>
                  <a:pt x="2381540" y="3681667"/>
                </a:cubicBezTo>
                <a:lnTo>
                  <a:pt x="2381540" y="2457037"/>
                </a:lnTo>
                <a:cubicBezTo>
                  <a:pt x="2381540" y="2377310"/>
                  <a:pt x="2364452" y="2345982"/>
                  <a:pt x="2270485" y="234598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281775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person's head with gears&#10;&#10;Description automatically generated">
            <a:extLst>
              <a:ext uri="{FF2B5EF4-FFF2-40B4-BE49-F238E27FC236}">
                <a16:creationId xmlns:a16="http://schemas.microsoft.com/office/drawing/2014/main" id="{F6F8E074-60BB-985C-6C17-6A230D2FF8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41" r="966"/>
          <a:stretch/>
        </p:blipFill>
        <p:spPr>
          <a:xfrm>
            <a:off x="0" y="0"/>
            <a:ext cx="2971740" cy="30419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DBE96E-9605-DED9-29F8-A5AE2B6263C3}"/>
              </a:ext>
            </a:extLst>
          </p:cNvPr>
          <p:cNvSpPr txBox="1">
            <a:spLocks/>
          </p:cNvSpPr>
          <p:nvPr/>
        </p:nvSpPr>
        <p:spPr>
          <a:xfrm>
            <a:off x="1523999" y="1848114"/>
            <a:ext cx="9144000" cy="2833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L" sz="10700">
                <a:latin typeface="Archive" panose="02000506040000020004" pitchFamily="2" charset="0"/>
                <a:cs typeface="Rubik" pitchFamily="2" charset="-79"/>
              </a:rPr>
              <a:t>Jarvis</a:t>
            </a:r>
            <a:br>
              <a:rPr lang="en-IL" sz="7200">
                <a:latin typeface="Rubik" pitchFamily="2" charset="-79"/>
                <a:cs typeface="Rubik" pitchFamily="2" charset="-79"/>
              </a:rPr>
            </a:br>
            <a:r>
              <a:rPr lang="en-IL" sz="6800" b="1">
                <a:latin typeface="Aptos Black" panose="020B0004020202020204" pitchFamily="34" charset="0"/>
                <a:cs typeface="Rubik" pitchFamily="2" charset="-79"/>
              </a:rPr>
              <a:t>Personal AI Assistant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0C5E40-CBBB-616C-199C-5E1FF53C7089}"/>
              </a:ext>
            </a:extLst>
          </p:cNvPr>
          <p:cNvSpPr txBox="1">
            <a:spLocks/>
          </p:cNvSpPr>
          <p:nvPr/>
        </p:nvSpPr>
        <p:spPr>
          <a:xfrm>
            <a:off x="7016887" y="5712643"/>
            <a:ext cx="2328154" cy="112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L" sz="3200">
                <a:latin typeface="Aptos Light" panose="020B0004020202020204" pitchFamily="34" charset="0"/>
                <a:cs typeface="Rubik" pitchFamily="2" charset="-79"/>
              </a:rPr>
              <a:t>Sinai Dori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001835D-ED7A-0EC2-B89E-F581AAEFF29C}"/>
              </a:ext>
            </a:extLst>
          </p:cNvPr>
          <p:cNvSpPr txBox="1">
            <a:spLocks/>
          </p:cNvSpPr>
          <p:nvPr/>
        </p:nvSpPr>
        <p:spPr>
          <a:xfrm>
            <a:off x="2428671" y="5712643"/>
            <a:ext cx="2746444" cy="112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L" sz="3200">
                <a:latin typeface="Aptos Light" panose="020B0004020202020204" pitchFamily="34" charset="0"/>
                <a:cs typeface="Rubik" pitchFamily="2" charset="-79"/>
              </a:rPr>
              <a:t>Omer Bengal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D467F0-0492-B7EA-BC9B-60A564945BD2}"/>
              </a:ext>
            </a:extLst>
          </p:cNvPr>
          <p:cNvSpPr txBox="1"/>
          <p:nvPr/>
        </p:nvSpPr>
        <p:spPr>
          <a:xfrm>
            <a:off x="765117" y="4681791"/>
            <a:ext cx="10661765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IL" sz="3200" b="1">
                <a:latin typeface="Aptos SemiBold" panose="020B0004020202020204" pitchFamily="34" charset="0"/>
                <a:cs typeface="Rubik" pitchFamily="2" charset="-79"/>
              </a:rPr>
              <a:t>A memory based ChatBot, that helps you manage your life</a:t>
            </a:r>
          </a:p>
        </p:txBody>
      </p:sp>
    </p:spTree>
    <p:extLst>
      <p:ext uri="{BB962C8B-B14F-4D97-AF65-F5344CB8AC3E}">
        <p14:creationId xmlns:p14="http://schemas.microsoft.com/office/powerpoint/2010/main" val="25315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388DC-0978-DF8E-C17C-191B97BED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2725"/>
            <a:ext cx="11684000" cy="1325563"/>
          </a:xfrm>
        </p:spPr>
        <p:txBody>
          <a:bodyPr>
            <a:normAutofit/>
          </a:bodyPr>
          <a:lstStyle/>
          <a:p>
            <a: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4000">
                <a:latin typeface="Rubik" pitchFamily="2" charset="-79"/>
                <a:cs typeface="Rubik" pitchFamily="2" charset="-79"/>
              </a:rPr>
              <a:t>Features planned to be implement in this project</a:t>
            </a:r>
            <a:endParaRPr lang="en-IL" sz="4000">
              <a:latin typeface="Rubik" pitchFamily="2" charset="-79"/>
              <a:cs typeface="Rubik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06FF8-F602-AEE9-F9E8-9273781BF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185" y="1706252"/>
            <a:ext cx="11123629" cy="4279769"/>
          </a:xfrm>
        </p:spPr>
        <p:txBody>
          <a:bodyPr anchor="ctr">
            <a:normAutofit lnSpcReduction="10000"/>
          </a:bodyPr>
          <a:lstStyle/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Add / edit / remove events from Google Calendar.</a:t>
            </a:r>
          </a:p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Add / edit/ remove tasks from Google Tasks.</a:t>
            </a:r>
          </a:p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Summarize schedule / Tasks.</a:t>
            </a:r>
          </a:p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Suggest time management improvments.</a:t>
            </a:r>
          </a:p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Reminders.</a:t>
            </a:r>
          </a:p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Understands voice recordings.</a:t>
            </a:r>
          </a:p>
          <a:p>
            <a:pPr marL="228600" indent="-228600" defTabSz="91440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3200">
                <a:latin typeface="Rubik" pitchFamily="2" charset="-79"/>
                <a:cs typeface="Rubik" pitchFamily="2" charset="-79"/>
              </a:rPr>
              <a:t>Birthday card generation (according to birthdays in the user’s calendar).</a:t>
            </a:r>
          </a:p>
        </p:txBody>
      </p:sp>
    </p:spTree>
    <p:extLst>
      <p:ext uri="{BB962C8B-B14F-4D97-AF65-F5344CB8AC3E}">
        <p14:creationId xmlns:p14="http://schemas.microsoft.com/office/powerpoint/2010/main" val="281642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9971932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10210167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10443185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8A84942E-E97A-7C5D-BFAF-2BACE0A8B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9403" y="90763"/>
            <a:ext cx="8853195" cy="156707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10661547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0905558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0962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-484033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10210167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10443185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10661547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0905558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4" name="Subtitle 5">
            <a:extLst>
              <a:ext uri="{FF2B5EF4-FFF2-40B4-BE49-F238E27FC236}">
                <a16:creationId xmlns:a16="http://schemas.microsoft.com/office/drawing/2014/main" id="{768E5E9B-B209-8145-E84A-56C11984B3E0}"/>
              </a:ext>
            </a:extLst>
          </p:cNvPr>
          <p:cNvSpPr txBox="1">
            <a:spLocks/>
          </p:cNvSpPr>
          <p:nvPr/>
        </p:nvSpPr>
        <p:spPr>
          <a:xfrm>
            <a:off x="1669403" y="90763"/>
            <a:ext cx="8853195" cy="15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3336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-484033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0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10443185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10661547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0905558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4" name="Subtitle 5">
            <a:extLst>
              <a:ext uri="{FF2B5EF4-FFF2-40B4-BE49-F238E27FC236}">
                <a16:creationId xmlns:a16="http://schemas.microsoft.com/office/drawing/2014/main" id="{7D6A3709-6AA7-F29C-5E15-BB8CA4FFF41E}"/>
              </a:ext>
            </a:extLst>
          </p:cNvPr>
          <p:cNvSpPr txBox="1">
            <a:spLocks/>
          </p:cNvSpPr>
          <p:nvPr/>
        </p:nvSpPr>
        <p:spPr>
          <a:xfrm>
            <a:off x="1669403" y="90763"/>
            <a:ext cx="8853195" cy="15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6679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-484033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0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485291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10661547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0905558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4" name="Subtitle 5">
            <a:extLst>
              <a:ext uri="{FF2B5EF4-FFF2-40B4-BE49-F238E27FC236}">
                <a16:creationId xmlns:a16="http://schemas.microsoft.com/office/drawing/2014/main" id="{45FA62B2-78D0-B97C-D9F1-66ED4A7C1747}"/>
              </a:ext>
            </a:extLst>
          </p:cNvPr>
          <p:cNvSpPr txBox="1">
            <a:spLocks/>
          </p:cNvSpPr>
          <p:nvPr/>
        </p:nvSpPr>
        <p:spPr>
          <a:xfrm>
            <a:off x="1669403" y="90763"/>
            <a:ext cx="8853195" cy="15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3375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-484033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0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485291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932085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0905558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4" name="Subtitle 5">
            <a:extLst>
              <a:ext uri="{FF2B5EF4-FFF2-40B4-BE49-F238E27FC236}">
                <a16:creationId xmlns:a16="http://schemas.microsoft.com/office/drawing/2014/main" id="{951E696F-84E2-331C-EEB4-90EC917241E5}"/>
              </a:ext>
            </a:extLst>
          </p:cNvPr>
          <p:cNvSpPr txBox="1">
            <a:spLocks/>
          </p:cNvSpPr>
          <p:nvPr/>
        </p:nvSpPr>
        <p:spPr>
          <a:xfrm>
            <a:off x="1669403" y="90763"/>
            <a:ext cx="8853195" cy="15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7554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-484033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0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485291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932085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434175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4" name="Subtitle 5">
            <a:extLst>
              <a:ext uri="{FF2B5EF4-FFF2-40B4-BE49-F238E27FC236}">
                <a16:creationId xmlns:a16="http://schemas.microsoft.com/office/drawing/2014/main" id="{74ACB53D-F72A-70CA-BF88-562B4D1A84FA}"/>
              </a:ext>
            </a:extLst>
          </p:cNvPr>
          <p:cNvSpPr txBox="1">
            <a:spLocks/>
          </p:cNvSpPr>
          <p:nvPr/>
        </p:nvSpPr>
        <p:spPr>
          <a:xfrm>
            <a:off x="1669403" y="90763"/>
            <a:ext cx="8853195" cy="15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4684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35EA4-F4FD-8CF8-066C-3283DC0BF555}"/>
              </a:ext>
            </a:extLst>
          </p:cNvPr>
          <p:cNvGrpSpPr/>
          <p:nvPr/>
        </p:nvGrpSpPr>
        <p:grpSpPr>
          <a:xfrm>
            <a:off x="12503098" y="1587143"/>
            <a:ext cx="12676033" cy="5283201"/>
            <a:chOff x="-484033" y="1588934"/>
            <a:chExt cx="12676033" cy="52832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AACBCB2-9CA8-6B92-8664-5BD6A669CA7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FAC630B8-B3FD-A5E2-8091-9A7BA152CF52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27A70A-04DA-8186-F344-6580AF7EC8FE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solidFill>
                <a:srgbClr val="215F9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56DAD9-6FD2-D3E0-0BC3-7817E0F4A428}"/>
                </a:ext>
              </a:extLst>
            </p:cNvPr>
            <p:cNvSpPr txBox="1"/>
            <p:nvPr/>
          </p:nvSpPr>
          <p:spPr>
            <a:xfrm>
              <a:off x="1217175" y="2928548"/>
              <a:ext cx="8996900" cy="259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6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Add / edit / remove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Events from Google Calendar</a:t>
              </a:r>
            </a:p>
            <a:p>
              <a:pPr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48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- Tasks from Google Tasks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054BAF-E7C6-E172-6882-7CEB4E81861B}"/>
              </a:ext>
            </a:extLst>
          </p:cNvPr>
          <p:cNvGrpSpPr/>
          <p:nvPr/>
        </p:nvGrpSpPr>
        <p:grpSpPr>
          <a:xfrm>
            <a:off x="12987131" y="1588934"/>
            <a:ext cx="12676033" cy="5283201"/>
            <a:chOff x="-484033" y="1588934"/>
            <a:chExt cx="12676033" cy="5283201"/>
          </a:xfrm>
          <a:solidFill>
            <a:srgbClr val="2874BE"/>
          </a:soli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2476BB-9820-B041-B353-5D7368516880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34" name="Isosceles Triangle 29">
                <a:extLst>
                  <a:ext uri="{FF2B5EF4-FFF2-40B4-BE49-F238E27FC236}">
                    <a16:creationId xmlns:a16="http://schemas.microsoft.com/office/drawing/2014/main" id="{F6543075-C832-F70A-FCF4-FA63D0AAACCE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286CAAA-B63A-6EA0-CCFC-3E64BC4892F8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327562-890A-C6B5-426F-59C88E5802BF}"/>
                </a:ext>
              </a:extLst>
            </p:cNvPr>
            <p:cNvSpPr txBox="1"/>
            <p:nvPr/>
          </p:nvSpPr>
          <p:spPr>
            <a:xfrm>
              <a:off x="1258" y="3802637"/>
              <a:ext cx="10203244" cy="845040"/>
            </a:xfrm>
            <a:prstGeom prst="rect">
              <a:avLst/>
            </a:prstGeom>
            <a:grpFill/>
          </p:spPr>
          <p:txBody>
            <a:bodyPr wrap="square" rtlCol="0" anchor="ctr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Summarize schedule / Tasks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249B38-0775-828B-5A07-D3A933664A85}"/>
              </a:ext>
            </a:extLst>
          </p:cNvPr>
          <p:cNvGrpSpPr/>
          <p:nvPr/>
        </p:nvGrpSpPr>
        <p:grpSpPr>
          <a:xfrm>
            <a:off x="13472422" y="1588934"/>
            <a:ext cx="12676033" cy="5283201"/>
            <a:chOff x="-484033" y="1588934"/>
            <a:chExt cx="12676033" cy="5283201"/>
          </a:xfrm>
          <a:solidFill>
            <a:srgbClr val="4F95DA"/>
          </a:solidFill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6352FEA-C908-2944-1A94-5132433A3DA4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46" name="Isosceles Triangle 29">
                <a:extLst>
                  <a:ext uri="{FF2B5EF4-FFF2-40B4-BE49-F238E27FC236}">
                    <a16:creationId xmlns:a16="http://schemas.microsoft.com/office/drawing/2014/main" id="{0320BE07-894B-F3C8-6D01-ECDF550C9DD0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E6A6AE9-1A09-D26F-6D6B-96E76464A6E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BDC098E-7BD1-3517-881E-FD362C192672}"/>
                </a:ext>
              </a:extLst>
            </p:cNvPr>
            <p:cNvSpPr txBox="1"/>
            <p:nvPr/>
          </p:nvSpPr>
          <p:spPr>
            <a:xfrm>
              <a:off x="515960" y="3438939"/>
              <a:ext cx="8991304" cy="159293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Suggest time management improvments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71C43AE5-4BF6-96B4-2A8C-51D5853AE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0766" y="161204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B47459-5F1D-204E-2B65-7BD64A8D3485}"/>
              </a:ext>
            </a:extLst>
          </p:cNvPr>
          <p:cNvGrpSpPr/>
          <p:nvPr/>
        </p:nvGrpSpPr>
        <p:grpSpPr>
          <a:xfrm>
            <a:off x="13919216" y="1587143"/>
            <a:ext cx="12676033" cy="5283201"/>
            <a:chOff x="-484033" y="1588934"/>
            <a:chExt cx="12676033" cy="5283201"/>
          </a:xfrm>
          <a:solidFill>
            <a:srgbClr val="53A2EF"/>
          </a:solidFill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6A4B9D5-9AF3-0C08-ACA1-870D21D5C566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4" name="Isosceles Triangle 29">
                <a:extLst>
                  <a:ext uri="{FF2B5EF4-FFF2-40B4-BE49-F238E27FC236}">
                    <a16:creationId xmlns:a16="http://schemas.microsoft.com/office/drawing/2014/main" id="{8CD11028-BB95-8339-C1AA-75A221F22A5B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F64A358-4952-0E4B-1832-549C9C39516D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3E51E58-7FB3-7208-13BB-8754AA113787}"/>
                </a:ext>
              </a:extLst>
            </p:cNvPr>
            <p:cNvSpPr txBox="1"/>
            <p:nvPr/>
          </p:nvSpPr>
          <p:spPr>
            <a:xfrm>
              <a:off x="241382" y="3811032"/>
              <a:ext cx="9499527" cy="84504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54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Understands voice recordings</a:t>
              </a:r>
              <a:endParaRPr lang="en-US" sz="4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0F831BA-8318-0452-676B-AF4D20095A31}"/>
              </a:ext>
            </a:extLst>
          </p:cNvPr>
          <p:cNvGrpSpPr/>
          <p:nvPr/>
        </p:nvGrpSpPr>
        <p:grpSpPr>
          <a:xfrm>
            <a:off x="14421306" y="1585352"/>
            <a:ext cx="12676033" cy="5283201"/>
            <a:chOff x="-484033" y="1588934"/>
            <a:chExt cx="12676033" cy="5283201"/>
          </a:xfrm>
          <a:solidFill>
            <a:srgbClr val="7DC1FF"/>
          </a:solidFill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4624B21-032D-ABEC-C0B9-F0513A48182F}"/>
                </a:ext>
              </a:extLst>
            </p:cNvPr>
            <p:cNvGrpSpPr/>
            <p:nvPr/>
          </p:nvGrpSpPr>
          <p:grpSpPr>
            <a:xfrm>
              <a:off x="-484033" y="1588934"/>
              <a:ext cx="12676033" cy="5283201"/>
              <a:chOff x="-484033" y="1588934"/>
              <a:chExt cx="12676033" cy="5283201"/>
            </a:xfrm>
            <a:grpFill/>
          </p:grpSpPr>
          <p:sp>
            <p:nvSpPr>
              <p:cNvPr id="59" name="Isosceles Triangle 29">
                <a:extLst>
                  <a:ext uri="{FF2B5EF4-FFF2-40B4-BE49-F238E27FC236}">
                    <a16:creationId xmlns:a16="http://schemas.microsoft.com/office/drawing/2014/main" id="{12279F56-7BDB-0843-AE7B-DDF5044B7D4F}"/>
                  </a:ext>
                </a:extLst>
              </p:cNvPr>
              <p:cNvSpPr/>
              <p:nvPr/>
            </p:nvSpPr>
            <p:spPr>
              <a:xfrm rot="16200000">
                <a:off x="-672127" y="2426850"/>
                <a:ext cx="949205" cy="573017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3F9F930-8769-029C-1117-F4649CC626A4}"/>
                  </a:ext>
                </a:extLst>
              </p:cNvPr>
              <p:cNvSpPr/>
              <p:nvPr/>
            </p:nvSpPr>
            <p:spPr>
              <a:xfrm>
                <a:off x="-20440" y="1588934"/>
                <a:ext cx="12212440" cy="528320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Aptos" panose="020B0004020202020204" pitchFamily="34" charset="0"/>
                  <a:cs typeface="Rubik" pitchFamily="2" charset="-79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828CAED-0DA4-B710-9985-970207EFC1A0}"/>
                </a:ext>
              </a:extLst>
            </p:cNvPr>
            <p:cNvSpPr txBox="1"/>
            <p:nvPr/>
          </p:nvSpPr>
          <p:spPr>
            <a:xfrm>
              <a:off x="609485" y="3486516"/>
              <a:ext cx="9098217" cy="14976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60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Birthday card generation </a:t>
              </a:r>
            </a:p>
            <a:p>
              <a:pPr algn="ctr" defTabSz="914400" eaLnBrk="1" latinLnBrk="0" hangingPunct="1">
                <a:lnSpc>
                  <a:spcPct val="90000"/>
                </a:lnSpc>
                <a:spcBef>
                  <a:spcPts val="1000"/>
                </a:spcBef>
              </a:pPr>
              <a:r>
                <a:rPr lang="en-US" sz="3200" b="1">
                  <a:solidFill>
                    <a:schemeClr val="bg1"/>
                  </a:solidFill>
                  <a:latin typeface="Aptos SemiBold" panose="020B0004020202020204" pitchFamily="34" charset="0"/>
                  <a:cs typeface="Rubik" pitchFamily="2" charset="-79"/>
                </a:rPr>
                <a:t>(according to birthdays in the user’s calendar)</a:t>
              </a:r>
              <a:endParaRPr lang="en-US" sz="2400" b="1">
                <a:solidFill>
                  <a:schemeClr val="bg1"/>
                </a:solidFill>
                <a:latin typeface="Aptos SemiBold" panose="020B0004020202020204" pitchFamily="34" charset="0"/>
                <a:cs typeface="Rubik" pitchFamily="2" charset="-79"/>
              </a:endParaRPr>
            </a:p>
          </p:txBody>
        </p:sp>
      </p:grpSp>
      <p:sp>
        <p:nvSpPr>
          <p:cNvPr id="4" name="Subtitle 5">
            <a:extLst>
              <a:ext uri="{FF2B5EF4-FFF2-40B4-BE49-F238E27FC236}">
                <a16:creationId xmlns:a16="http://schemas.microsoft.com/office/drawing/2014/main" id="{74ACB53D-F72A-70CA-BF88-562B4D1A84FA}"/>
              </a:ext>
            </a:extLst>
          </p:cNvPr>
          <p:cNvSpPr txBox="1">
            <a:spLocks/>
          </p:cNvSpPr>
          <p:nvPr/>
        </p:nvSpPr>
        <p:spPr>
          <a:xfrm>
            <a:off x="1669403" y="-1567078"/>
            <a:ext cx="8853195" cy="15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cs typeface="Rubik" pitchFamily="2" charset="-79"/>
              </a:rPr>
              <a:t>Features planned to be implement in this project</a:t>
            </a:r>
            <a:endParaRPr lang="LID4096" sz="6000" b="1" dirty="0">
              <a:solidFill>
                <a:schemeClr val="tx2">
                  <a:lumMod val="90000"/>
                  <a:lumOff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1179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Freeform 47">
            <a:extLst>
              <a:ext uri="{FF2B5EF4-FFF2-40B4-BE49-F238E27FC236}">
                <a16:creationId xmlns:a16="http://schemas.microsoft.com/office/drawing/2014/main" id="{5ABCC069-59FC-0541-22B9-1927F041F00D}"/>
              </a:ext>
            </a:extLst>
          </p:cNvPr>
          <p:cNvSpPr/>
          <p:nvPr/>
        </p:nvSpPr>
        <p:spPr>
          <a:xfrm>
            <a:off x="4872623" y="1146828"/>
            <a:ext cx="2436094" cy="1218047"/>
          </a:xfrm>
          <a:custGeom>
            <a:avLst/>
            <a:gdLst>
              <a:gd name="connsiteX0" fmla="*/ 1463033 w 1463033"/>
              <a:gd name="connsiteY0" fmla="*/ 365758 h 731516"/>
              <a:gd name="connsiteX1" fmla="*/ 731517 w 1463033"/>
              <a:gd name="connsiteY1" fmla="*/ 731517 h 731516"/>
              <a:gd name="connsiteX2" fmla="*/ 0 w 1463033"/>
              <a:gd name="connsiteY2" fmla="*/ 365758 h 731516"/>
              <a:gd name="connsiteX3" fmla="*/ 731517 w 1463033"/>
              <a:gd name="connsiteY3" fmla="*/ 0 h 731516"/>
              <a:gd name="connsiteX4" fmla="*/ 1463033 w 1463033"/>
              <a:gd name="connsiteY4" fmla="*/ 365758 h 731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3033" h="731516">
                <a:moveTo>
                  <a:pt x="1463033" y="365758"/>
                </a:moveTo>
                <a:cubicBezTo>
                  <a:pt x="1463033" y="567761"/>
                  <a:pt x="1135522" y="731517"/>
                  <a:pt x="731517" y="731517"/>
                </a:cubicBezTo>
                <a:cubicBezTo>
                  <a:pt x="327511" y="731517"/>
                  <a:pt x="0" y="567761"/>
                  <a:pt x="0" y="365758"/>
                </a:cubicBezTo>
                <a:cubicBezTo>
                  <a:pt x="0" y="163756"/>
                  <a:pt x="327511" y="0"/>
                  <a:pt x="731517" y="0"/>
                </a:cubicBezTo>
                <a:cubicBezTo>
                  <a:pt x="1135522" y="0"/>
                  <a:pt x="1463033" y="163756"/>
                  <a:pt x="1463033" y="365758"/>
                </a:cubicBezTo>
                <a:close/>
              </a:path>
            </a:pathLst>
          </a:custGeom>
          <a:gradFill>
            <a:gsLst>
              <a:gs pos="0">
                <a:srgbClr val="F5F5F5"/>
              </a:gs>
              <a:gs pos="50000">
                <a:srgbClr val="D4D4D4"/>
              </a:gs>
              <a:gs pos="100000">
                <a:srgbClr val="B3B3B3"/>
              </a:gs>
            </a:gsLst>
            <a:lin ang="5400000" scaled="1"/>
          </a:gradFill>
          <a:ln w="19050" cap="flat">
            <a:solidFill>
              <a:srgbClr val="66666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F34AC46-E0A0-480F-396E-66B15865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30" y="1535081"/>
            <a:ext cx="2420869" cy="487218"/>
          </a:xfrm>
          <a:custGeom>
            <a:avLst/>
            <a:gdLst>
              <a:gd name="connsiteX0" fmla="*/ -1 w 1453889"/>
              <a:gd name="connsiteY0" fmla="*/ -1 h 292606"/>
              <a:gd name="connsiteX1" fmla="*/ 1453889 w 1453889"/>
              <a:gd name="connsiteY1" fmla="*/ -1 h 292606"/>
              <a:gd name="connsiteX2" fmla="*/ 1453889 w 1453889"/>
              <a:gd name="connsiteY2" fmla="*/ 292606 h 292606"/>
              <a:gd name="connsiteX3" fmla="*/ -1 w 1453889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889" h="292606">
                <a:moveTo>
                  <a:pt x="-1" y="-1"/>
                </a:moveTo>
                <a:lnTo>
                  <a:pt x="1453889" y="-1"/>
                </a:lnTo>
                <a:lnTo>
                  <a:pt x="1453889" y="292606"/>
                </a:lnTo>
                <a:lnTo>
                  <a:pt x="-1" y="292606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346513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Freeform 47">
            <a:extLst>
              <a:ext uri="{FF2B5EF4-FFF2-40B4-BE49-F238E27FC236}">
                <a16:creationId xmlns:a16="http://schemas.microsoft.com/office/drawing/2014/main" id="{5ABCC069-59FC-0541-22B9-1927F041F00D}"/>
              </a:ext>
            </a:extLst>
          </p:cNvPr>
          <p:cNvSpPr/>
          <p:nvPr/>
        </p:nvSpPr>
        <p:spPr>
          <a:xfrm>
            <a:off x="4872623" y="1146828"/>
            <a:ext cx="2436094" cy="1218047"/>
          </a:xfrm>
          <a:custGeom>
            <a:avLst/>
            <a:gdLst>
              <a:gd name="connsiteX0" fmla="*/ 1463033 w 1463033"/>
              <a:gd name="connsiteY0" fmla="*/ 365758 h 731516"/>
              <a:gd name="connsiteX1" fmla="*/ 731517 w 1463033"/>
              <a:gd name="connsiteY1" fmla="*/ 731517 h 731516"/>
              <a:gd name="connsiteX2" fmla="*/ 0 w 1463033"/>
              <a:gd name="connsiteY2" fmla="*/ 365758 h 731516"/>
              <a:gd name="connsiteX3" fmla="*/ 731517 w 1463033"/>
              <a:gd name="connsiteY3" fmla="*/ 0 h 731516"/>
              <a:gd name="connsiteX4" fmla="*/ 1463033 w 1463033"/>
              <a:gd name="connsiteY4" fmla="*/ 365758 h 731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3033" h="731516">
                <a:moveTo>
                  <a:pt x="1463033" y="365758"/>
                </a:moveTo>
                <a:cubicBezTo>
                  <a:pt x="1463033" y="567761"/>
                  <a:pt x="1135522" y="731517"/>
                  <a:pt x="731517" y="731517"/>
                </a:cubicBezTo>
                <a:cubicBezTo>
                  <a:pt x="327511" y="731517"/>
                  <a:pt x="0" y="567761"/>
                  <a:pt x="0" y="365758"/>
                </a:cubicBezTo>
                <a:cubicBezTo>
                  <a:pt x="0" y="163756"/>
                  <a:pt x="327511" y="0"/>
                  <a:pt x="731517" y="0"/>
                </a:cubicBezTo>
                <a:cubicBezTo>
                  <a:pt x="1135522" y="0"/>
                  <a:pt x="1463033" y="163756"/>
                  <a:pt x="1463033" y="365758"/>
                </a:cubicBezTo>
                <a:close/>
              </a:path>
            </a:pathLst>
          </a:custGeom>
          <a:gradFill>
            <a:gsLst>
              <a:gs pos="0">
                <a:srgbClr val="F5F5F5"/>
              </a:gs>
              <a:gs pos="50000">
                <a:srgbClr val="D4D4D4"/>
              </a:gs>
              <a:gs pos="100000">
                <a:srgbClr val="B3B3B3"/>
              </a:gs>
            </a:gsLst>
            <a:lin ang="5400000" scaled="1"/>
          </a:gradFill>
          <a:ln w="19050" cap="flat">
            <a:solidFill>
              <a:srgbClr val="66666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F34AC46-E0A0-480F-396E-66B15865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30" y="1535081"/>
            <a:ext cx="2420869" cy="487218"/>
          </a:xfrm>
          <a:custGeom>
            <a:avLst/>
            <a:gdLst>
              <a:gd name="connsiteX0" fmla="*/ -1 w 1453889"/>
              <a:gd name="connsiteY0" fmla="*/ -1 h 292606"/>
              <a:gd name="connsiteX1" fmla="*/ 1453889 w 1453889"/>
              <a:gd name="connsiteY1" fmla="*/ -1 h 292606"/>
              <a:gd name="connsiteX2" fmla="*/ 1453889 w 1453889"/>
              <a:gd name="connsiteY2" fmla="*/ 292606 h 292606"/>
              <a:gd name="connsiteX3" fmla="*/ -1 w 1453889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889" h="292606">
                <a:moveTo>
                  <a:pt x="-1" y="-1"/>
                </a:moveTo>
                <a:lnTo>
                  <a:pt x="1453889" y="-1"/>
                </a:lnTo>
                <a:lnTo>
                  <a:pt x="1453889" y="292606"/>
                </a:lnTo>
                <a:lnTo>
                  <a:pt x="-1" y="292606"/>
                </a:lnTo>
                <a:close/>
              </a:path>
            </a:pathLst>
          </a:cu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690CD33A-777C-84A0-6B07-5FD1EFDEAAFC}"/>
              </a:ext>
            </a:extLst>
          </p:cNvPr>
          <p:cNvSpPr/>
          <p:nvPr/>
        </p:nvSpPr>
        <p:spPr>
          <a:xfrm>
            <a:off x="5633903" y="157163"/>
            <a:ext cx="913535" cy="609023"/>
          </a:xfrm>
          <a:custGeom>
            <a:avLst/>
            <a:gdLst>
              <a:gd name="connsiteX0" fmla="*/ 548637 w 548637"/>
              <a:gd name="connsiteY0" fmla="*/ 182879 h 365758"/>
              <a:gd name="connsiteX1" fmla="*/ 274319 w 548637"/>
              <a:gd name="connsiteY1" fmla="*/ 365758 h 365758"/>
              <a:gd name="connsiteX2" fmla="*/ 0 w 548637"/>
              <a:gd name="connsiteY2" fmla="*/ 182879 h 365758"/>
              <a:gd name="connsiteX3" fmla="*/ 274319 w 548637"/>
              <a:gd name="connsiteY3" fmla="*/ 0 h 365758"/>
              <a:gd name="connsiteX4" fmla="*/ 548637 w 548637"/>
              <a:gd name="connsiteY4" fmla="*/ 182879 h 36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37" h="365758">
                <a:moveTo>
                  <a:pt x="548637" y="182879"/>
                </a:moveTo>
                <a:cubicBezTo>
                  <a:pt x="548637" y="283881"/>
                  <a:pt x="425821" y="365758"/>
                  <a:pt x="274319" y="365758"/>
                </a:cubicBezTo>
                <a:cubicBezTo>
                  <a:pt x="122817" y="365758"/>
                  <a:pt x="0" y="283881"/>
                  <a:pt x="0" y="182879"/>
                </a:cubicBezTo>
                <a:cubicBezTo>
                  <a:pt x="0" y="81878"/>
                  <a:pt x="122817" y="0"/>
                  <a:pt x="274319" y="0"/>
                </a:cubicBezTo>
                <a:cubicBezTo>
                  <a:pt x="425821" y="0"/>
                  <a:pt x="548637" y="81878"/>
                  <a:pt x="548637" y="182879"/>
                </a:cubicBezTo>
                <a:close/>
              </a:path>
            </a:pathLst>
          </a:custGeom>
          <a:gradFill>
            <a:gsLst>
              <a:gs pos="0">
                <a:srgbClr val="E6D0DE"/>
              </a:gs>
              <a:gs pos="50000">
                <a:srgbClr val="DDA1BD"/>
              </a:gs>
              <a:gs pos="100000">
                <a:srgbClr val="D5739D"/>
              </a:gs>
            </a:gsLst>
            <a:lin ang="5400000" scaled="1"/>
          </a:gradFill>
          <a:ln w="19050" cap="flat">
            <a:solidFill>
              <a:srgbClr val="996185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ABE88-2A53-5F2C-D061-C84BCB9C5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710" y="351290"/>
            <a:ext cx="898309" cy="266447"/>
          </a:xfrm>
          <a:custGeom>
            <a:avLst/>
            <a:gdLst>
              <a:gd name="connsiteX0" fmla="*/ -1 w 539493"/>
              <a:gd name="connsiteY0" fmla="*/ -1 h 160019"/>
              <a:gd name="connsiteX1" fmla="*/ 539493 w 539493"/>
              <a:gd name="connsiteY1" fmla="*/ -1 h 160019"/>
              <a:gd name="connsiteX2" fmla="*/ 539493 w 539493"/>
              <a:gd name="connsiteY2" fmla="*/ 160019 h 160019"/>
              <a:gd name="connsiteX3" fmla="*/ -1 w 539493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493" h="160019">
                <a:moveTo>
                  <a:pt x="-1" y="-1"/>
                </a:moveTo>
                <a:lnTo>
                  <a:pt x="539493" y="-1"/>
                </a:lnTo>
                <a:lnTo>
                  <a:pt x="539493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1135F36A-64A4-ABA4-06E1-F6F165EC2E0C}"/>
              </a:ext>
            </a:extLst>
          </p:cNvPr>
          <p:cNvSpPr/>
          <p:nvPr/>
        </p:nvSpPr>
        <p:spPr>
          <a:xfrm>
            <a:off x="6090671" y="814680"/>
            <a:ext cx="7611" cy="332146"/>
          </a:xfrm>
          <a:custGeom>
            <a:avLst/>
            <a:gdLst>
              <a:gd name="connsiteX0" fmla="*/ 0 w 4571"/>
              <a:gd name="connsiteY0" fmla="*/ 199476 h 199475"/>
              <a:gd name="connsiteX1" fmla="*/ 0 w 4571"/>
              <a:gd name="connsiteY1" fmla="*/ 0 h 199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99475">
                <a:moveTo>
                  <a:pt x="0" y="199476"/>
                </a:moveTo>
                <a:lnTo>
                  <a:pt x="0" y="0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02AFFA8A-9FD5-67FE-4409-0520DFF89DA4}"/>
              </a:ext>
            </a:extLst>
          </p:cNvPr>
          <p:cNvSpPr/>
          <p:nvPr/>
        </p:nvSpPr>
        <p:spPr>
          <a:xfrm>
            <a:off x="6064026" y="774713"/>
            <a:ext cx="53288" cy="53288"/>
          </a:xfrm>
          <a:custGeom>
            <a:avLst/>
            <a:gdLst>
              <a:gd name="connsiteX0" fmla="*/ 16002 w 32003"/>
              <a:gd name="connsiteY0" fmla="*/ 0 h 32003"/>
              <a:gd name="connsiteX1" fmla="*/ 32004 w 32003"/>
              <a:gd name="connsiteY1" fmla="*/ 32004 h 32003"/>
              <a:gd name="connsiteX2" fmla="*/ 16002 w 32003"/>
              <a:gd name="connsiteY2" fmla="*/ 24003 h 32003"/>
              <a:gd name="connsiteX3" fmla="*/ 0 w 32003"/>
              <a:gd name="connsiteY3" fmla="*/ 32004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0"/>
                </a:moveTo>
                <a:lnTo>
                  <a:pt x="32004" y="32004"/>
                </a:lnTo>
                <a:lnTo>
                  <a:pt x="16002" y="24003"/>
                </a:lnTo>
                <a:lnTo>
                  <a:pt x="0" y="32004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802032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Freeform 47">
            <a:extLst>
              <a:ext uri="{FF2B5EF4-FFF2-40B4-BE49-F238E27FC236}">
                <a16:creationId xmlns:a16="http://schemas.microsoft.com/office/drawing/2014/main" id="{5ABCC069-59FC-0541-22B9-1927F041F00D}"/>
              </a:ext>
            </a:extLst>
          </p:cNvPr>
          <p:cNvSpPr/>
          <p:nvPr/>
        </p:nvSpPr>
        <p:spPr>
          <a:xfrm>
            <a:off x="4872623" y="1146828"/>
            <a:ext cx="2436094" cy="1218047"/>
          </a:xfrm>
          <a:custGeom>
            <a:avLst/>
            <a:gdLst>
              <a:gd name="connsiteX0" fmla="*/ 1463033 w 1463033"/>
              <a:gd name="connsiteY0" fmla="*/ 365758 h 731516"/>
              <a:gd name="connsiteX1" fmla="*/ 731517 w 1463033"/>
              <a:gd name="connsiteY1" fmla="*/ 731517 h 731516"/>
              <a:gd name="connsiteX2" fmla="*/ 0 w 1463033"/>
              <a:gd name="connsiteY2" fmla="*/ 365758 h 731516"/>
              <a:gd name="connsiteX3" fmla="*/ 731517 w 1463033"/>
              <a:gd name="connsiteY3" fmla="*/ 0 h 731516"/>
              <a:gd name="connsiteX4" fmla="*/ 1463033 w 1463033"/>
              <a:gd name="connsiteY4" fmla="*/ 365758 h 731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3033" h="731516">
                <a:moveTo>
                  <a:pt x="1463033" y="365758"/>
                </a:moveTo>
                <a:cubicBezTo>
                  <a:pt x="1463033" y="567761"/>
                  <a:pt x="1135522" y="731517"/>
                  <a:pt x="731517" y="731517"/>
                </a:cubicBezTo>
                <a:cubicBezTo>
                  <a:pt x="327511" y="731517"/>
                  <a:pt x="0" y="567761"/>
                  <a:pt x="0" y="365758"/>
                </a:cubicBezTo>
                <a:cubicBezTo>
                  <a:pt x="0" y="163756"/>
                  <a:pt x="327511" y="0"/>
                  <a:pt x="731517" y="0"/>
                </a:cubicBezTo>
                <a:cubicBezTo>
                  <a:pt x="1135522" y="0"/>
                  <a:pt x="1463033" y="163756"/>
                  <a:pt x="1463033" y="365758"/>
                </a:cubicBezTo>
                <a:close/>
              </a:path>
            </a:pathLst>
          </a:custGeom>
          <a:gradFill>
            <a:gsLst>
              <a:gs pos="0">
                <a:srgbClr val="F5F5F5"/>
              </a:gs>
              <a:gs pos="50000">
                <a:srgbClr val="D4D4D4"/>
              </a:gs>
              <a:gs pos="100000">
                <a:srgbClr val="B3B3B3"/>
              </a:gs>
            </a:gsLst>
            <a:lin ang="5400000" scaled="1"/>
          </a:gradFill>
          <a:ln w="19050" cap="flat">
            <a:solidFill>
              <a:srgbClr val="66666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F34AC46-E0A0-480F-396E-66B15865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30" y="1535081"/>
            <a:ext cx="2420869" cy="487218"/>
          </a:xfrm>
          <a:custGeom>
            <a:avLst/>
            <a:gdLst>
              <a:gd name="connsiteX0" fmla="*/ -1 w 1453889"/>
              <a:gd name="connsiteY0" fmla="*/ -1 h 292606"/>
              <a:gd name="connsiteX1" fmla="*/ 1453889 w 1453889"/>
              <a:gd name="connsiteY1" fmla="*/ -1 h 292606"/>
              <a:gd name="connsiteX2" fmla="*/ 1453889 w 1453889"/>
              <a:gd name="connsiteY2" fmla="*/ 292606 h 292606"/>
              <a:gd name="connsiteX3" fmla="*/ -1 w 1453889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889" h="292606">
                <a:moveTo>
                  <a:pt x="-1" y="-1"/>
                </a:moveTo>
                <a:lnTo>
                  <a:pt x="1453889" y="-1"/>
                </a:lnTo>
                <a:lnTo>
                  <a:pt x="1453889" y="292606"/>
                </a:lnTo>
                <a:lnTo>
                  <a:pt x="-1" y="292606"/>
                </a:lnTo>
                <a:close/>
              </a:path>
            </a:pathLst>
          </a:cu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690CD33A-777C-84A0-6B07-5FD1EFDEAAFC}"/>
              </a:ext>
            </a:extLst>
          </p:cNvPr>
          <p:cNvSpPr/>
          <p:nvPr/>
        </p:nvSpPr>
        <p:spPr>
          <a:xfrm>
            <a:off x="5633903" y="157163"/>
            <a:ext cx="913535" cy="609023"/>
          </a:xfrm>
          <a:custGeom>
            <a:avLst/>
            <a:gdLst>
              <a:gd name="connsiteX0" fmla="*/ 548637 w 548637"/>
              <a:gd name="connsiteY0" fmla="*/ 182879 h 365758"/>
              <a:gd name="connsiteX1" fmla="*/ 274319 w 548637"/>
              <a:gd name="connsiteY1" fmla="*/ 365758 h 365758"/>
              <a:gd name="connsiteX2" fmla="*/ 0 w 548637"/>
              <a:gd name="connsiteY2" fmla="*/ 182879 h 365758"/>
              <a:gd name="connsiteX3" fmla="*/ 274319 w 548637"/>
              <a:gd name="connsiteY3" fmla="*/ 0 h 365758"/>
              <a:gd name="connsiteX4" fmla="*/ 548637 w 548637"/>
              <a:gd name="connsiteY4" fmla="*/ 182879 h 36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37" h="365758">
                <a:moveTo>
                  <a:pt x="548637" y="182879"/>
                </a:moveTo>
                <a:cubicBezTo>
                  <a:pt x="548637" y="283881"/>
                  <a:pt x="425821" y="365758"/>
                  <a:pt x="274319" y="365758"/>
                </a:cubicBezTo>
                <a:cubicBezTo>
                  <a:pt x="122817" y="365758"/>
                  <a:pt x="0" y="283881"/>
                  <a:pt x="0" y="182879"/>
                </a:cubicBezTo>
                <a:cubicBezTo>
                  <a:pt x="0" y="81878"/>
                  <a:pt x="122817" y="0"/>
                  <a:pt x="274319" y="0"/>
                </a:cubicBezTo>
                <a:cubicBezTo>
                  <a:pt x="425821" y="0"/>
                  <a:pt x="548637" y="81878"/>
                  <a:pt x="548637" y="182879"/>
                </a:cubicBezTo>
                <a:close/>
              </a:path>
            </a:pathLst>
          </a:custGeom>
          <a:gradFill>
            <a:gsLst>
              <a:gs pos="0">
                <a:srgbClr val="E6D0DE"/>
              </a:gs>
              <a:gs pos="50000">
                <a:srgbClr val="DDA1BD"/>
              </a:gs>
              <a:gs pos="100000">
                <a:srgbClr val="D5739D"/>
              </a:gs>
            </a:gsLst>
            <a:lin ang="5400000" scaled="1"/>
          </a:gradFill>
          <a:ln w="19050" cap="flat">
            <a:solidFill>
              <a:srgbClr val="996185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ABE88-2A53-5F2C-D061-C84BCB9C5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710" y="351290"/>
            <a:ext cx="898309" cy="266447"/>
          </a:xfrm>
          <a:custGeom>
            <a:avLst/>
            <a:gdLst>
              <a:gd name="connsiteX0" fmla="*/ -1 w 539493"/>
              <a:gd name="connsiteY0" fmla="*/ -1 h 160019"/>
              <a:gd name="connsiteX1" fmla="*/ 539493 w 539493"/>
              <a:gd name="connsiteY1" fmla="*/ -1 h 160019"/>
              <a:gd name="connsiteX2" fmla="*/ 539493 w 539493"/>
              <a:gd name="connsiteY2" fmla="*/ 160019 h 160019"/>
              <a:gd name="connsiteX3" fmla="*/ -1 w 539493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493" h="160019">
                <a:moveTo>
                  <a:pt x="-1" y="-1"/>
                </a:moveTo>
                <a:lnTo>
                  <a:pt x="539493" y="-1"/>
                </a:lnTo>
                <a:lnTo>
                  <a:pt x="539493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1135F36A-64A4-ABA4-06E1-F6F165EC2E0C}"/>
              </a:ext>
            </a:extLst>
          </p:cNvPr>
          <p:cNvSpPr/>
          <p:nvPr/>
        </p:nvSpPr>
        <p:spPr>
          <a:xfrm>
            <a:off x="6090671" y="814680"/>
            <a:ext cx="7611" cy="332146"/>
          </a:xfrm>
          <a:custGeom>
            <a:avLst/>
            <a:gdLst>
              <a:gd name="connsiteX0" fmla="*/ 0 w 4571"/>
              <a:gd name="connsiteY0" fmla="*/ 199476 h 199475"/>
              <a:gd name="connsiteX1" fmla="*/ 0 w 4571"/>
              <a:gd name="connsiteY1" fmla="*/ 0 h 199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99475">
                <a:moveTo>
                  <a:pt x="0" y="199476"/>
                </a:moveTo>
                <a:lnTo>
                  <a:pt x="0" y="0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02AFFA8A-9FD5-67FE-4409-0520DFF89DA4}"/>
              </a:ext>
            </a:extLst>
          </p:cNvPr>
          <p:cNvSpPr/>
          <p:nvPr/>
        </p:nvSpPr>
        <p:spPr>
          <a:xfrm>
            <a:off x="6064026" y="774713"/>
            <a:ext cx="53288" cy="53288"/>
          </a:xfrm>
          <a:custGeom>
            <a:avLst/>
            <a:gdLst>
              <a:gd name="connsiteX0" fmla="*/ 16002 w 32003"/>
              <a:gd name="connsiteY0" fmla="*/ 0 h 32003"/>
              <a:gd name="connsiteX1" fmla="*/ 32004 w 32003"/>
              <a:gd name="connsiteY1" fmla="*/ 32004 h 32003"/>
              <a:gd name="connsiteX2" fmla="*/ 16002 w 32003"/>
              <a:gd name="connsiteY2" fmla="*/ 24003 h 32003"/>
              <a:gd name="connsiteX3" fmla="*/ 0 w 32003"/>
              <a:gd name="connsiteY3" fmla="*/ 32004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0"/>
                </a:moveTo>
                <a:lnTo>
                  <a:pt x="32004" y="32004"/>
                </a:lnTo>
                <a:lnTo>
                  <a:pt x="16002" y="24003"/>
                </a:lnTo>
                <a:lnTo>
                  <a:pt x="0" y="32004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3B9ED59-0FE4-735F-0AFC-932F0EDB781C}"/>
              </a:ext>
            </a:extLst>
          </p:cNvPr>
          <p:cNvSpPr/>
          <p:nvPr/>
        </p:nvSpPr>
        <p:spPr>
          <a:xfrm>
            <a:off x="5329392" y="2783580"/>
            <a:ext cx="1522558" cy="913535"/>
          </a:xfrm>
          <a:custGeom>
            <a:avLst/>
            <a:gdLst>
              <a:gd name="connsiteX0" fmla="*/ 914396 w 914395"/>
              <a:gd name="connsiteY0" fmla="*/ 274319 h 548637"/>
              <a:gd name="connsiteX1" fmla="*/ 457198 w 914395"/>
              <a:gd name="connsiteY1" fmla="*/ 548638 h 548637"/>
              <a:gd name="connsiteX2" fmla="*/ 0 w 914395"/>
              <a:gd name="connsiteY2" fmla="*/ 274319 h 548637"/>
              <a:gd name="connsiteX3" fmla="*/ 457198 w 914395"/>
              <a:gd name="connsiteY3" fmla="*/ 0 h 548637"/>
              <a:gd name="connsiteX4" fmla="*/ 914396 w 914395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395" h="548637">
                <a:moveTo>
                  <a:pt x="914396" y="274319"/>
                </a:moveTo>
                <a:cubicBezTo>
                  <a:pt x="914396" y="425821"/>
                  <a:pt x="709701" y="548638"/>
                  <a:pt x="457198" y="548638"/>
                </a:cubicBezTo>
                <a:cubicBezTo>
                  <a:pt x="204695" y="548638"/>
                  <a:pt x="0" y="425821"/>
                  <a:pt x="0" y="274319"/>
                </a:cubicBezTo>
                <a:cubicBezTo>
                  <a:pt x="0" y="122817"/>
                  <a:pt x="204695" y="0"/>
                  <a:pt x="457198" y="0"/>
                </a:cubicBezTo>
                <a:cubicBezTo>
                  <a:pt x="709701" y="0"/>
                  <a:pt x="914396" y="122817"/>
                  <a:pt x="914396" y="274319"/>
                </a:cubicBezTo>
                <a:close/>
              </a:path>
            </a:pathLst>
          </a:custGeom>
          <a:gradFill>
            <a:gsLst>
              <a:gs pos="0">
                <a:srgbClr val="DAE8FC"/>
              </a:gs>
              <a:gs pos="50000">
                <a:srgbClr val="ACC7EE"/>
              </a:gs>
              <a:gs pos="100000">
                <a:srgbClr val="7EA6E0"/>
              </a:gs>
            </a:gsLst>
            <a:lin ang="5400000" scaled="1"/>
          </a:gradFill>
          <a:ln w="19050" cap="flat">
            <a:solidFill>
              <a:srgbClr val="6C8EBF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FA9E0-D9E7-CC4A-2F50-F5BEA10BA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198" y="3129962"/>
            <a:ext cx="1507332" cy="266447"/>
          </a:xfrm>
          <a:custGeom>
            <a:avLst/>
            <a:gdLst>
              <a:gd name="connsiteX0" fmla="*/ -1 w 905251"/>
              <a:gd name="connsiteY0" fmla="*/ -1 h 160019"/>
              <a:gd name="connsiteX1" fmla="*/ 905251 w 905251"/>
              <a:gd name="connsiteY1" fmla="*/ -1 h 160019"/>
              <a:gd name="connsiteX2" fmla="*/ 905251 w 905251"/>
              <a:gd name="connsiteY2" fmla="*/ 160019 h 160019"/>
              <a:gd name="connsiteX3" fmla="*/ -1 w 905251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5251" h="160019">
                <a:moveTo>
                  <a:pt x="-1" y="-1"/>
                </a:moveTo>
                <a:lnTo>
                  <a:pt x="905251" y="-1"/>
                </a:lnTo>
                <a:lnTo>
                  <a:pt x="905251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C63F57CF-D3F0-2F4B-5FCE-836DA867A9A4}"/>
              </a:ext>
            </a:extLst>
          </p:cNvPr>
          <p:cNvSpPr/>
          <p:nvPr/>
        </p:nvSpPr>
        <p:spPr>
          <a:xfrm>
            <a:off x="6090671" y="2364876"/>
            <a:ext cx="7611" cy="370210"/>
          </a:xfrm>
          <a:custGeom>
            <a:avLst/>
            <a:gdLst>
              <a:gd name="connsiteX0" fmla="*/ 0 w 4571"/>
              <a:gd name="connsiteY0" fmla="*/ 0 h 222335"/>
              <a:gd name="connsiteX1" fmla="*/ 0 w 4571"/>
              <a:gd name="connsiteY1" fmla="*/ 222335 h 222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222335">
                <a:moveTo>
                  <a:pt x="0" y="0"/>
                </a:moveTo>
                <a:lnTo>
                  <a:pt x="0" y="222335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FB5B1B2-5B65-7D3B-FCAF-119FFABB2643}"/>
              </a:ext>
            </a:extLst>
          </p:cNvPr>
          <p:cNvSpPr/>
          <p:nvPr/>
        </p:nvSpPr>
        <p:spPr>
          <a:xfrm>
            <a:off x="6064026" y="2721763"/>
            <a:ext cx="53289" cy="53288"/>
          </a:xfrm>
          <a:custGeom>
            <a:avLst/>
            <a:gdLst>
              <a:gd name="connsiteX0" fmla="*/ 16002 w 32003"/>
              <a:gd name="connsiteY0" fmla="*/ 32004 h 32003"/>
              <a:gd name="connsiteX1" fmla="*/ 0 w 32003"/>
              <a:gd name="connsiteY1" fmla="*/ 0 h 32003"/>
              <a:gd name="connsiteX2" fmla="*/ 16002 w 32003"/>
              <a:gd name="connsiteY2" fmla="*/ 8001 h 32003"/>
              <a:gd name="connsiteX3" fmla="*/ 32004 w 32003"/>
              <a:gd name="connsiteY3" fmla="*/ 0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32004"/>
                </a:moveTo>
                <a:lnTo>
                  <a:pt x="0" y="0"/>
                </a:lnTo>
                <a:lnTo>
                  <a:pt x="16002" y="8001"/>
                </a:lnTo>
                <a:lnTo>
                  <a:pt x="32004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070605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75456FBE-F93C-C01A-933B-E858BEB6C06E}"/>
              </a:ext>
            </a:extLst>
          </p:cNvPr>
          <p:cNvSpPr/>
          <p:nvPr/>
        </p:nvSpPr>
        <p:spPr>
          <a:xfrm>
            <a:off x="2187361" y="3563357"/>
            <a:ext cx="3365008" cy="2171397"/>
          </a:xfrm>
          <a:custGeom>
            <a:avLst/>
            <a:gdLst>
              <a:gd name="connsiteX0" fmla="*/ 2020906 w 2020906"/>
              <a:gd name="connsiteY0" fmla="*/ 0 h 1304065"/>
              <a:gd name="connsiteX1" fmla="*/ 0 w 2020906"/>
              <a:gd name="connsiteY1" fmla="*/ 1304066 h 130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20906" h="1304065">
                <a:moveTo>
                  <a:pt x="2020906" y="0"/>
                </a:moveTo>
                <a:lnTo>
                  <a:pt x="0" y="1304066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C552416-DBBC-E6B9-5709-C32398212675}"/>
              </a:ext>
            </a:extLst>
          </p:cNvPr>
          <p:cNvSpPr/>
          <p:nvPr/>
        </p:nvSpPr>
        <p:spPr>
          <a:xfrm>
            <a:off x="4152909" y="3529634"/>
            <a:ext cx="1831180" cy="2002469"/>
          </a:xfrm>
          <a:custGeom>
            <a:avLst/>
            <a:gdLst>
              <a:gd name="connsiteX0" fmla="*/ 1099744 w 1099743"/>
              <a:gd name="connsiteY0" fmla="*/ 0 h 1202613"/>
              <a:gd name="connsiteX1" fmla="*/ 0 w 1099743"/>
              <a:gd name="connsiteY1" fmla="*/ 1202614 h 1202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9743" h="1202613">
                <a:moveTo>
                  <a:pt x="1099744" y="0"/>
                </a:moveTo>
                <a:lnTo>
                  <a:pt x="0" y="1202614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5ABCC069-59FC-0541-22B9-1927F041F00D}"/>
              </a:ext>
            </a:extLst>
          </p:cNvPr>
          <p:cNvSpPr/>
          <p:nvPr/>
        </p:nvSpPr>
        <p:spPr>
          <a:xfrm>
            <a:off x="4872623" y="1146828"/>
            <a:ext cx="2436094" cy="1218047"/>
          </a:xfrm>
          <a:custGeom>
            <a:avLst/>
            <a:gdLst>
              <a:gd name="connsiteX0" fmla="*/ 1463033 w 1463033"/>
              <a:gd name="connsiteY0" fmla="*/ 365758 h 731516"/>
              <a:gd name="connsiteX1" fmla="*/ 731517 w 1463033"/>
              <a:gd name="connsiteY1" fmla="*/ 731517 h 731516"/>
              <a:gd name="connsiteX2" fmla="*/ 0 w 1463033"/>
              <a:gd name="connsiteY2" fmla="*/ 365758 h 731516"/>
              <a:gd name="connsiteX3" fmla="*/ 731517 w 1463033"/>
              <a:gd name="connsiteY3" fmla="*/ 0 h 731516"/>
              <a:gd name="connsiteX4" fmla="*/ 1463033 w 1463033"/>
              <a:gd name="connsiteY4" fmla="*/ 365758 h 731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3033" h="731516">
                <a:moveTo>
                  <a:pt x="1463033" y="365758"/>
                </a:moveTo>
                <a:cubicBezTo>
                  <a:pt x="1463033" y="567761"/>
                  <a:pt x="1135522" y="731517"/>
                  <a:pt x="731517" y="731517"/>
                </a:cubicBezTo>
                <a:cubicBezTo>
                  <a:pt x="327511" y="731517"/>
                  <a:pt x="0" y="567761"/>
                  <a:pt x="0" y="365758"/>
                </a:cubicBezTo>
                <a:cubicBezTo>
                  <a:pt x="0" y="163756"/>
                  <a:pt x="327511" y="0"/>
                  <a:pt x="731517" y="0"/>
                </a:cubicBezTo>
                <a:cubicBezTo>
                  <a:pt x="1135522" y="0"/>
                  <a:pt x="1463033" y="163756"/>
                  <a:pt x="1463033" y="365758"/>
                </a:cubicBezTo>
                <a:close/>
              </a:path>
            </a:pathLst>
          </a:custGeom>
          <a:gradFill>
            <a:gsLst>
              <a:gs pos="0">
                <a:srgbClr val="F5F5F5"/>
              </a:gs>
              <a:gs pos="50000">
                <a:srgbClr val="D4D4D4"/>
              </a:gs>
              <a:gs pos="100000">
                <a:srgbClr val="B3B3B3"/>
              </a:gs>
            </a:gsLst>
            <a:lin ang="5400000" scaled="1"/>
          </a:gradFill>
          <a:ln w="19050" cap="flat">
            <a:solidFill>
              <a:srgbClr val="66666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F34AC46-E0A0-480F-396E-66B15865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30" y="1535081"/>
            <a:ext cx="2420869" cy="487218"/>
          </a:xfrm>
          <a:custGeom>
            <a:avLst/>
            <a:gdLst>
              <a:gd name="connsiteX0" fmla="*/ -1 w 1453889"/>
              <a:gd name="connsiteY0" fmla="*/ -1 h 292606"/>
              <a:gd name="connsiteX1" fmla="*/ 1453889 w 1453889"/>
              <a:gd name="connsiteY1" fmla="*/ -1 h 292606"/>
              <a:gd name="connsiteX2" fmla="*/ 1453889 w 1453889"/>
              <a:gd name="connsiteY2" fmla="*/ 292606 h 292606"/>
              <a:gd name="connsiteX3" fmla="*/ -1 w 1453889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889" h="292606">
                <a:moveTo>
                  <a:pt x="-1" y="-1"/>
                </a:moveTo>
                <a:lnTo>
                  <a:pt x="1453889" y="-1"/>
                </a:lnTo>
                <a:lnTo>
                  <a:pt x="1453889" y="292606"/>
                </a:lnTo>
                <a:lnTo>
                  <a:pt x="-1" y="292606"/>
                </a:lnTo>
                <a:close/>
              </a:path>
            </a:pathLst>
          </a:cu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690CD33A-777C-84A0-6B07-5FD1EFDEAAFC}"/>
              </a:ext>
            </a:extLst>
          </p:cNvPr>
          <p:cNvSpPr/>
          <p:nvPr/>
        </p:nvSpPr>
        <p:spPr>
          <a:xfrm>
            <a:off x="5633903" y="157163"/>
            <a:ext cx="913535" cy="609023"/>
          </a:xfrm>
          <a:custGeom>
            <a:avLst/>
            <a:gdLst>
              <a:gd name="connsiteX0" fmla="*/ 548637 w 548637"/>
              <a:gd name="connsiteY0" fmla="*/ 182879 h 365758"/>
              <a:gd name="connsiteX1" fmla="*/ 274319 w 548637"/>
              <a:gd name="connsiteY1" fmla="*/ 365758 h 365758"/>
              <a:gd name="connsiteX2" fmla="*/ 0 w 548637"/>
              <a:gd name="connsiteY2" fmla="*/ 182879 h 365758"/>
              <a:gd name="connsiteX3" fmla="*/ 274319 w 548637"/>
              <a:gd name="connsiteY3" fmla="*/ 0 h 365758"/>
              <a:gd name="connsiteX4" fmla="*/ 548637 w 548637"/>
              <a:gd name="connsiteY4" fmla="*/ 182879 h 36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37" h="365758">
                <a:moveTo>
                  <a:pt x="548637" y="182879"/>
                </a:moveTo>
                <a:cubicBezTo>
                  <a:pt x="548637" y="283881"/>
                  <a:pt x="425821" y="365758"/>
                  <a:pt x="274319" y="365758"/>
                </a:cubicBezTo>
                <a:cubicBezTo>
                  <a:pt x="122817" y="365758"/>
                  <a:pt x="0" y="283881"/>
                  <a:pt x="0" y="182879"/>
                </a:cubicBezTo>
                <a:cubicBezTo>
                  <a:pt x="0" y="81878"/>
                  <a:pt x="122817" y="0"/>
                  <a:pt x="274319" y="0"/>
                </a:cubicBezTo>
                <a:cubicBezTo>
                  <a:pt x="425821" y="0"/>
                  <a:pt x="548637" y="81878"/>
                  <a:pt x="548637" y="182879"/>
                </a:cubicBezTo>
                <a:close/>
              </a:path>
            </a:pathLst>
          </a:custGeom>
          <a:gradFill>
            <a:gsLst>
              <a:gs pos="0">
                <a:srgbClr val="E6D0DE"/>
              </a:gs>
              <a:gs pos="50000">
                <a:srgbClr val="DDA1BD"/>
              </a:gs>
              <a:gs pos="100000">
                <a:srgbClr val="D5739D"/>
              </a:gs>
            </a:gsLst>
            <a:lin ang="5400000" scaled="1"/>
          </a:gradFill>
          <a:ln w="19050" cap="flat">
            <a:solidFill>
              <a:srgbClr val="996185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ABE88-2A53-5F2C-D061-C84BCB9C5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710" y="351290"/>
            <a:ext cx="898309" cy="266447"/>
          </a:xfrm>
          <a:custGeom>
            <a:avLst/>
            <a:gdLst>
              <a:gd name="connsiteX0" fmla="*/ -1 w 539493"/>
              <a:gd name="connsiteY0" fmla="*/ -1 h 160019"/>
              <a:gd name="connsiteX1" fmla="*/ 539493 w 539493"/>
              <a:gd name="connsiteY1" fmla="*/ -1 h 160019"/>
              <a:gd name="connsiteX2" fmla="*/ 539493 w 539493"/>
              <a:gd name="connsiteY2" fmla="*/ 160019 h 160019"/>
              <a:gd name="connsiteX3" fmla="*/ -1 w 539493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493" h="160019">
                <a:moveTo>
                  <a:pt x="-1" y="-1"/>
                </a:moveTo>
                <a:lnTo>
                  <a:pt x="539493" y="-1"/>
                </a:lnTo>
                <a:lnTo>
                  <a:pt x="539493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1135F36A-64A4-ABA4-06E1-F6F165EC2E0C}"/>
              </a:ext>
            </a:extLst>
          </p:cNvPr>
          <p:cNvSpPr/>
          <p:nvPr/>
        </p:nvSpPr>
        <p:spPr>
          <a:xfrm>
            <a:off x="6090671" y="814680"/>
            <a:ext cx="7611" cy="332146"/>
          </a:xfrm>
          <a:custGeom>
            <a:avLst/>
            <a:gdLst>
              <a:gd name="connsiteX0" fmla="*/ 0 w 4571"/>
              <a:gd name="connsiteY0" fmla="*/ 199476 h 199475"/>
              <a:gd name="connsiteX1" fmla="*/ 0 w 4571"/>
              <a:gd name="connsiteY1" fmla="*/ 0 h 199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99475">
                <a:moveTo>
                  <a:pt x="0" y="199476"/>
                </a:moveTo>
                <a:lnTo>
                  <a:pt x="0" y="0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02AFFA8A-9FD5-67FE-4409-0520DFF89DA4}"/>
              </a:ext>
            </a:extLst>
          </p:cNvPr>
          <p:cNvSpPr/>
          <p:nvPr/>
        </p:nvSpPr>
        <p:spPr>
          <a:xfrm>
            <a:off x="6064026" y="774713"/>
            <a:ext cx="53288" cy="53288"/>
          </a:xfrm>
          <a:custGeom>
            <a:avLst/>
            <a:gdLst>
              <a:gd name="connsiteX0" fmla="*/ 16002 w 32003"/>
              <a:gd name="connsiteY0" fmla="*/ 0 h 32003"/>
              <a:gd name="connsiteX1" fmla="*/ 32004 w 32003"/>
              <a:gd name="connsiteY1" fmla="*/ 32004 h 32003"/>
              <a:gd name="connsiteX2" fmla="*/ 16002 w 32003"/>
              <a:gd name="connsiteY2" fmla="*/ 24003 h 32003"/>
              <a:gd name="connsiteX3" fmla="*/ 0 w 32003"/>
              <a:gd name="connsiteY3" fmla="*/ 32004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0"/>
                </a:moveTo>
                <a:lnTo>
                  <a:pt x="32004" y="32004"/>
                </a:lnTo>
                <a:lnTo>
                  <a:pt x="16002" y="24003"/>
                </a:lnTo>
                <a:lnTo>
                  <a:pt x="0" y="32004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3B9ED59-0FE4-735F-0AFC-932F0EDB781C}"/>
              </a:ext>
            </a:extLst>
          </p:cNvPr>
          <p:cNvSpPr/>
          <p:nvPr/>
        </p:nvSpPr>
        <p:spPr>
          <a:xfrm>
            <a:off x="5329392" y="2783580"/>
            <a:ext cx="1522558" cy="913535"/>
          </a:xfrm>
          <a:custGeom>
            <a:avLst/>
            <a:gdLst>
              <a:gd name="connsiteX0" fmla="*/ 914396 w 914395"/>
              <a:gd name="connsiteY0" fmla="*/ 274319 h 548637"/>
              <a:gd name="connsiteX1" fmla="*/ 457198 w 914395"/>
              <a:gd name="connsiteY1" fmla="*/ 548638 h 548637"/>
              <a:gd name="connsiteX2" fmla="*/ 0 w 914395"/>
              <a:gd name="connsiteY2" fmla="*/ 274319 h 548637"/>
              <a:gd name="connsiteX3" fmla="*/ 457198 w 914395"/>
              <a:gd name="connsiteY3" fmla="*/ 0 h 548637"/>
              <a:gd name="connsiteX4" fmla="*/ 914396 w 914395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395" h="548637">
                <a:moveTo>
                  <a:pt x="914396" y="274319"/>
                </a:moveTo>
                <a:cubicBezTo>
                  <a:pt x="914396" y="425821"/>
                  <a:pt x="709701" y="548638"/>
                  <a:pt x="457198" y="548638"/>
                </a:cubicBezTo>
                <a:cubicBezTo>
                  <a:pt x="204695" y="548638"/>
                  <a:pt x="0" y="425821"/>
                  <a:pt x="0" y="274319"/>
                </a:cubicBezTo>
                <a:cubicBezTo>
                  <a:pt x="0" y="122817"/>
                  <a:pt x="204695" y="0"/>
                  <a:pt x="457198" y="0"/>
                </a:cubicBezTo>
                <a:cubicBezTo>
                  <a:pt x="709701" y="0"/>
                  <a:pt x="914396" y="122817"/>
                  <a:pt x="914396" y="274319"/>
                </a:cubicBezTo>
                <a:close/>
              </a:path>
            </a:pathLst>
          </a:custGeom>
          <a:gradFill>
            <a:gsLst>
              <a:gs pos="0">
                <a:srgbClr val="DAE8FC"/>
              </a:gs>
              <a:gs pos="50000">
                <a:srgbClr val="ACC7EE"/>
              </a:gs>
              <a:gs pos="100000">
                <a:srgbClr val="7EA6E0"/>
              </a:gs>
            </a:gsLst>
            <a:lin ang="5400000" scaled="1"/>
          </a:gradFill>
          <a:ln w="19050" cap="flat">
            <a:solidFill>
              <a:srgbClr val="6C8EBF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FA9E0-D9E7-CC4A-2F50-F5BEA10BA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198" y="3129962"/>
            <a:ext cx="1507332" cy="266447"/>
          </a:xfrm>
          <a:custGeom>
            <a:avLst/>
            <a:gdLst>
              <a:gd name="connsiteX0" fmla="*/ -1 w 905251"/>
              <a:gd name="connsiteY0" fmla="*/ -1 h 160019"/>
              <a:gd name="connsiteX1" fmla="*/ 905251 w 905251"/>
              <a:gd name="connsiteY1" fmla="*/ -1 h 160019"/>
              <a:gd name="connsiteX2" fmla="*/ 905251 w 905251"/>
              <a:gd name="connsiteY2" fmla="*/ 160019 h 160019"/>
              <a:gd name="connsiteX3" fmla="*/ -1 w 905251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5251" h="160019">
                <a:moveTo>
                  <a:pt x="-1" y="-1"/>
                </a:moveTo>
                <a:lnTo>
                  <a:pt x="905251" y="-1"/>
                </a:lnTo>
                <a:lnTo>
                  <a:pt x="905251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C63F57CF-D3F0-2F4B-5FCE-836DA867A9A4}"/>
              </a:ext>
            </a:extLst>
          </p:cNvPr>
          <p:cNvSpPr/>
          <p:nvPr/>
        </p:nvSpPr>
        <p:spPr>
          <a:xfrm>
            <a:off x="6090671" y="2364876"/>
            <a:ext cx="7611" cy="370210"/>
          </a:xfrm>
          <a:custGeom>
            <a:avLst/>
            <a:gdLst>
              <a:gd name="connsiteX0" fmla="*/ 0 w 4571"/>
              <a:gd name="connsiteY0" fmla="*/ 0 h 222335"/>
              <a:gd name="connsiteX1" fmla="*/ 0 w 4571"/>
              <a:gd name="connsiteY1" fmla="*/ 222335 h 222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222335">
                <a:moveTo>
                  <a:pt x="0" y="0"/>
                </a:moveTo>
                <a:lnTo>
                  <a:pt x="0" y="222335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FB5B1B2-5B65-7D3B-FCAF-119FFABB2643}"/>
              </a:ext>
            </a:extLst>
          </p:cNvPr>
          <p:cNvSpPr/>
          <p:nvPr/>
        </p:nvSpPr>
        <p:spPr>
          <a:xfrm>
            <a:off x="6064026" y="2721763"/>
            <a:ext cx="53289" cy="53288"/>
          </a:xfrm>
          <a:custGeom>
            <a:avLst/>
            <a:gdLst>
              <a:gd name="connsiteX0" fmla="*/ 16002 w 32003"/>
              <a:gd name="connsiteY0" fmla="*/ 32004 h 32003"/>
              <a:gd name="connsiteX1" fmla="*/ 0 w 32003"/>
              <a:gd name="connsiteY1" fmla="*/ 0 h 32003"/>
              <a:gd name="connsiteX2" fmla="*/ 16002 w 32003"/>
              <a:gd name="connsiteY2" fmla="*/ 8001 h 32003"/>
              <a:gd name="connsiteX3" fmla="*/ 32004 w 32003"/>
              <a:gd name="connsiteY3" fmla="*/ 0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32004"/>
                </a:moveTo>
                <a:lnTo>
                  <a:pt x="0" y="0"/>
                </a:lnTo>
                <a:lnTo>
                  <a:pt x="16002" y="8001"/>
                </a:lnTo>
                <a:lnTo>
                  <a:pt x="32004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E58AB17E-639F-78A7-EE90-ACCE2F9DD485}"/>
              </a:ext>
            </a:extLst>
          </p:cNvPr>
          <p:cNvSpPr/>
          <p:nvPr/>
        </p:nvSpPr>
        <p:spPr>
          <a:xfrm>
            <a:off x="2153788" y="5705144"/>
            <a:ext cx="59228" cy="51233"/>
          </a:xfrm>
          <a:custGeom>
            <a:avLst/>
            <a:gdLst>
              <a:gd name="connsiteX0" fmla="*/ 0 w 35570"/>
              <a:gd name="connsiteY0" fmla="*/ 30769 h 30769"/>
              <a:gd name="connsiteX1" fmla="*/ 18242 w 35570"/>
              <a:gd name="connsiteY1" fmla="*/ 0 h 30769"/>
              <a:gd name="connsiteX2" fmla="*/ 20162 w 35570"/>
              <a:gd name="connsiteY2" fmla="*/ 17785 h 30769"/>
              <a:gd name="connsiteX3" fmla="*/ 35570 w 35570"/>
              <a:gd name="connsiteY3" fmla="*/ 26883 h 30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570" h="30769">
                <a:moveTo>
                  <a:pt x="0" y="30769"/>
                </a:moveTo>
                <a:lnTo>
                  <a:pt x="18242" y="0"/>
                </a:lnTo>
                <a:lnTo>
                  <a:pt x="20162" y="17785"/>
                </a:lnTo>
                <a:lnTo>
                  <a:pt x="35570" y="26883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DF46B77C-3ED0-BBA2-1BB8-100C1F107FA9}"/>
              </a:ext>
            </a:extLst>
          </p:cNvPr>
          <p:cNvSpPr/>
          <p:nvPr/>
        </p:nvSpPr>
        <p:spPr>
          <a:xfrm>
            <a:off x="457201" y="5638378"/>
            <a:ext cx="1979326" cy="837406"/>
          </a:xfrm>
          <a:custGeom>
            <a:avLst/>
            <a:gdLst>
              <a:gd name="connsiteX0" fmla="*/ 1188715 w 1188714"/>
              <a:gd name="connsiteY0" fmla="*/ 251459 h 502917"/>
              <a:gd name="connsiteX1" fmla="*/ 594357 w 1188714"/>
              <a:gd name="connsiteY1" fmla="*/ 502918 h 502917"/>
              <a:gd name="connsiteX2" fmla="*/ 0 w 1188714"/>
              <a:gd name="connsiteY2" fmla="*/ 251459 h 502917"/>
              <a:gd name="connsiteX3" fmla="*/ 594357 w 1188714"/>
              <a:gd name="connsiteY3" fmla="*/ 0 h 502917"/>
              <a:gd name="connsiteX4" fmla="*/ 1188715 w 1188714"/>
              <a:gd name="connsiteY4" fmla="*/ 251459 h 502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8714" h="502917">
                <a:moveTo>
                  <a:pt x="1188715" y="251459"/>
                </a:moveTo>
                <a:cubicBezTo>
                  <a:pt x="1188715" y="390336"/>
                  <a:pt x="922612" y="502918"/>
                  <a:pt x="594357" y="502918"/>
                </a:cubicBezTo>
                <a:cubicBezTo>
                  <a:pt x="266103" y="502918"/>
                  <a:pt x="0" y="390336"/>
                  <a:pt x="0" y="251459"/>
                </a:cubicBezTo>
                <a:cubicBezTo>
                  <a:pt x="0" y="112582"/>
                  <a:pt x="266103" y="0"/>
                  <a:pt x="594357" y="0"/>
                </a:cubicBezTo>
                <a:cubicBezTo>
                  <a:pt x="922612" y="0"/>
                  <a:pt x="1188715" y="112582"/>
                  <a:pt x="1188715" y="251459"/>
                </a:cubicBezTo>
                <a:close/>
              </a:path>
            </a:pathLst>
          </a:custGeom>
          <a:gradFill>
            <a:gsLst>
              <a:gs pos="0">
                <a:srgbClr val="FFF2CC"/>
              </a:gs>
              <a:gs pos="50000">
                <a:srgbClr val="FFE599"/>
              </a:gs>
              <a:gs pos="100000">
                <a:srgbClr val="FFD966"/>
              </a:gs>
            </a:gsLst>
            <a:lin ang="5400000" scaled="1"/>
          </a:gradFill>
          <a:ln w="19050" cap="flat">
            <a:solidFill>
              <a:srgbClr val="D6B65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51169-26C9-7A84-F4CC-15710C19C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07" y="5946696"/>
            <a:ext cx="1964101" cy="266447"/>
          </a:xfrm>
          <a:custGeom>
            <a:avLst/>
            <a:gdLst>
              <a:gd name="connsiteX0" fmla="*/ -1 w 1179570"/>
              <a:gd name="connsiteY0" fmla="*/ -1 h 160019"/>
              <a:gd name="connsiteX1" fmla="*/ 1179570 w 1179570"/>
              <a:gd name="connsiteY1" fmla="*/ -1 h 160019"/>
              <a:gd name="connsiteX2" fmla="*/ 1179570 w 1179570"/>
              <a:gd name="connsiteY2" fmla="*/ 160019 h 160019"/>
              <a:gd name="connsiteX3" fmla="*/ -1 w 117957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570" h="160019">
                <a:moveTo>
                  <a:pt x="-1" y="-1"/>
                </a:moveTo>
                <a:lnTo>
                  <a:pt x="1179570" y="-1"/>
                </a:lnTo>
                <a:lnTo>
                  <a:pt x="117957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43A5FFA5-D18B-4597-1C25-ED97686C5989}"/>
              </a:ext>
            </a:extLst>
          </p:cNvPr>
          <p:cNvSpPr/>
          <p:nvPr/>
        </p:nvSpPr>
        <p:spPr>
          <a:xfrm>
            <a:off x="4125883" y="5504318"/>
            <a:ext cx="55649" cy="57248"/>
          </a:xfrm>
          <a:custGeom>
            <a:avLst/>
            <a:gdLst>
              <a:gd name="connsiteX0" fmla="*/ 0 w 33421"/>
              <a:gd name="connsiteY0" fmla="*/ 34381 h 34381"/>
              <a:gd name="connsiteX1" fmla="*/ 9830 w 33421"/>
              <a:gd name="connsiteY1" fmla="*/ 0 h 34381"/>
              <a:gd name="connsiteX2" fmla="*/ 16231 w 33421"/>
              <a:gd name="connsiteY2" fmla="*/ 16688 h 34381"/>
              <a:gd name="connsiteX3" fmla="*/ 33421 w 33421"/>
              <a:gd name="connsiteY3" fmla="*/ 21580 h 34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21" h="34381">
                <a:moveTo>
                  <a:pt x="0" y="34381"/>
                </a:moveTo>
                <a:lnTo>
                  <a:pt x="9830" y="0"/>
                </a:lnTo>
                <a:lnTo>
                  <a:pt x="16231" y="16688"/>
                </a:lnTo>
                <a:lnTo>
                  <a:pt x="33421" y="2158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4C1A7AE9-E570-4253-6654-54B1EF014405}"/>
              </a:ext>
            </a:extLst>
          </p:cNvPr>
          <p:cNvSpPr/>
          <p:nvPr/>
        </p:nvSpPr>
        <p:spPr>
          <a:xfrm>
            <a:off x="2702976" y="5524188"/>
            <a:ext cx="1979326" cy="1065791"/>
          </a:xfrm>
          <a:custGeom>
            <a:avLst/>
            <a:gdLst>
              <a:gd name="connsiteX0" fmla="*/ 1188715 w 1188714"/>
              <a:gd name="connsiteY0" fmla="*/ 320039 h 640077"/>
              <a:gd name="connsiteX1" fmla="*/ 594357 w 1188714"/>
              <a:gd name="connsiteY1" fmla="*/ 640077 h 640077"/>
              <a:gd name="connsiteX2" fmla="*/ 0 w 1188714"/>
              <a:gd name="connsiteY2" fmla="*/ 320039 h 640077"/>
              <a:gd name="connsiteX3" fmla="*/ 594357 w 1188714"/>
              <a:gd name="connsiteY3" fmla="*/ 0 h 640077"/>
              <a:gd name="connsiteX4" fmla="*/ 1188715 w 1188714"/>
              <a:gd name="connsiteY4" fmla="*/ 320039 h 640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8714" h="640077">
                <a:moveTo>
                  <a:pt x="1188715" y="320039"/>
                </a:moveTo>
                <a:cubicBezTo>
                  <a:pt x="1188715" y="496791"/>
                  <a:pt x="922612" y="640077"/>
                  <a:pt x="594357" y="640077"/>
                </a:cubicBezTo>
                <a:cubicBezTo>
                  <a:pt x="266103" y="640077"/>
                  <a:pt x="0" y="496791"/>
                  <a:pt x="0" y="320039"/>
                </a:cubicBezTo>
                <a:cubicBezTo>
                  <a:pt x="0" y="143286"/>
                  <a:pt x="266103" y="0"/>
                  <a:pt x="594357" y="0"/>
                </a:cubicBezTo>
                <a:cubicBezTo>
                  <a:pt x="922612" y="0"/>
                  <a:pt x="1188715" y="143286"/>
                  <a:pt x="1188715" y="320039"/>
                </a:cubicBezTo>
                <a:close/>
              </a:path>
            </a:pathLst>
          </a:custGeom>
          <a:gradFill>
            <a:gsLst>
              <a:gs pos="0">
                <a:srgbClr val="FFF2CC"/>
              </a:gs>
              <a:gs pos="50000">
                <a:srgbClr val="FFE599"/>
              </a:gs>
              <a:gs pos="100000">
                <a:srgbClr val="FFD966"/>
              </a:gs>
            </a:gsLst>
            <a:lin ang="5400000" scaled="1"/>
          </a:gradFill>
          <a:ln w="19050" cap="flat">
            <a:solidFill>
              <a:srgbClr val="D6B65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A431B8F-2889-8FB3-6AF2-15B24D00AA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6783" y="5946696"/>
            <a:ext cx="1964101" cy="266447"/>
          </a:xfrm>
          <a:custGeom>
            <a:avLst/>
            <a:gdLst>
              <a:gd name="connsiteX0" fmla="*/ -1 w 1179570"/>
              <a:gd name="connsiteY0" fmla="*/ -1 h 160019"/>
              <a:gd name="connsiteX1" fmla="*/ 1179570 w 1179570"/>
              <a:gd name="connsiteY1" fmla="*/ -1 h 160019"/>
              <a:gd name="connsiteX2" fmla="*/ 1179570 w 1179570"/>
              <a:gd name="connsiteY2" fmla="*/ 160019 h 160019"/>
              <a:gd name="connsiteX3" fmla="*/ -1 w 117957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570" h="160019">
                <a:moveTo>
                  <a:pt x="-1" y="-1"/>
                </a:moveTo>
                <a:lnTo>
                  <a:pt x="1179570" y="-1"/>
                </a:lnTo>
                <a:lnTo>
                  <a:pt x="1179570" y="160019"/>
                </a:lnTo>
                <a:lnTo>
                  <a:pt x="-1" y="16001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213856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75456FBE-F93C-C01A-933B-E858BEB6C06E}"/>
              </a:ext>
            </a:extLst>
          </p:cNvPr>
          <p:cNvSpPr/>
          <p:nvPr/>
        </p:nvSpPr>
        <p:spPr>
          <a:xfrm>
            <a:off x="2187361" y="3563357"/>
            <a:ext cx="3365008" cy="2171397"/>
          </a:xfrm>
          <a:custGeom>
            <a:avLst/>
            <a:gdLst>
              <a:gd name="connsiteX0" fmla="*/ 2020906 w 2020906"/>
              <a:gd name="connsiteY0" fmla="*/ 0 h 1304065"/>
              <a:gd name="connsiteX1" fmla="*/ 0 w 2020906"/>
              <a:gd name="connsiteY1" fmla="*/ 1304066 h 130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20906" h="1304065">
                <a:moveTo>
                  <a:pt x="2020906" y="0"/>
                </a:moveTo>
                <a:lnTo>
                  <a:pt x="0" y="1304066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C552416-DBBC-E6B9-5709-C32398212675}"/>
              </a:ext>
            </a:extLst>
          </p:cNvPr>
          <p:cNvSpPr/>
          <p:nvPr/>
        </p:nvSpPr>
        <p:spPr>
          <a:xfrm>
            <a:off x="4152909" y="3529634"/>
            <a:ext cx="1831180" cy="2002469"/>
          </a:xfrm>
          <a:custGeom>
            <a:avLst/>
            <a:gdLst>
              <a:gd name="connsiteX0" fmla="*/ 1099744 w 1099743"/>
              <a:gd name="connsiteY0" fmla="*/ 0 h 1202613"/>
              <a:gd name="connsiteX1" fmla="*/ 0 w 1099743"/>
              <a:gd name="connsiteY1" fmla="*/ 1202614 h 1202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9743" h="1202613">
                <a:moveTo>
                  <a:pt x="1099744" y="0"/>
                </a:moveTo>
                <a:lnTo>
                  <a:pt x="0" y="1202614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A731A156-82B5-01F9-9EF6-9CB1AB4EA764}"/>
              </a:ext>
            </a:extLst>
          </p:cNvPr>
          <p:cNvSpPr/>
          <p:nvPr/>
        </p:nvSpPr>
        <p:spPr>
          <a:xfrm>
            <a:off x="6090671" y="3697115"/>
            <a:ext cx="7611" cy="1778577"/>
          </a:xfrm>
          <a:custGeom>
            <a:avLst/>
            <a:gdLst>
              <a:gd name="connsiteX0" fmla="*/ 0 w 4571"/>
              <a:gd name="connsiteY0" fmla="*/ 0 h 1068151"/>
              <a:gd name="connsiteX1" fmla="*/ 0 w 4571"/>
              <a:gd name="connsiteY1" fmla="*/ 1068152 h 1068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068151">
                <a:moveTo>
                  <a:pt x="0" y="0"/>
                </a:moveTo>
                <a:lnTo>
                  <a:pt x="0" y="1068152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0492E07-E883-A5F6-D06D-9095A43D1BB3}"/>
              </a:ext>
            </a:extLst>
          </p:cNvPr>
          <p:cNvSpPr/>
          <p:nvPr/>
        </p:nvSpPr>
        <p:spPr>
          <a:xfrm>
            <a:off x="6189636" y="3461119"/>
            <a:ext cx="1877619" cy="2137369"/>
          </a:xfrm>
          <a:custGeom>
            <a:avLst/>
            <a:gdLst>
              <a:gd name="connsiteX0" fmla="*/ 0 w 1127632"/>
              <a:gd name="connsiteY0" fmla="*/ 0 h 1283629"/>
              <a:gd name="connsiteX1" fmla="*/ 1127633 w 1127632"/>
              <a:gd name="connsiteY1" fmla="*/ 1283629 h 1283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27632" h="1283629">
                <a:moveTo>
                  <a:pt x="0" y="0"/>
                </a:moveTo>
                <a:lnTo>
                  <a:pt x="1127633" y="1283629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5ABCC069-59FC-0541-22B9-1927F041F00D}"/>
              </a:ext>
            </a:extLst>
          </p:cNvPr>
          <p:cNvSpPr/>
          <p:nvPr/>
        </p:nvSpPr>
        <p:spPr>
          <a:xfrm>
            <a:off x="4872623" y="1146828"/>
            <a:ext cx="2436094" cy="1218047"/>
          </a:xfrm>
          <a:custGeom>
            <a:avLst/>
            <a:gdLst>
              <a:gd name="connsiteX0" fmla="*/ 1463033 w 1463033"/>
              <a:gd name="connsiteY0" fmla="*/ 365758 h 731516"/>
              <a:gd name="connsiteX1" fmla="*/ 731517 w 1463033"/>
              <a:gd name="connsiteY1" fmla="*/ 731517 h 731516"/>
              <a:gd name="connsiteX2" fmla="*/ 0 w 1463033"/>
              <a:gd name="connsiteY2" fmla="*/ 365758 h 731516"/>
              <a:gd name="connsiteX3" fmla="*/ 731517 w 1463033"/>
              <a:gd name="connsiteY3" fmla="*/ 0 h 731516"/>
              <a:gd name="connsiteX4" fmla="*/ 1463033 w 1463033"/>
              <a:gd name="connsiteY4" fmla="*/ 365758 h 731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3033" h="731516">
                <a:moveTo>
                  <a:pt x="1463033" y="365758"/>
                </a:moveTo>
                <a:cubicBezTo>
                  <a:pt x="1463033" y="567761"/>
                  <a:pt x="1135522" y="731517"/>
                  <a:pt x="731517" y="731517"/>
                </a:cubicBezTo>
                <a:cubicBezTo>
                  <a:pt x="327511" y="731517"/>
                  <a:pt x="0" y="567761"/>
                  <a:pt x="0" y="365758"/>
                </a:cubicBezTo>
                <a:cubicBezTo>
                  <a:pt x="0" y="163756"/>
                  <a:pt x="327511" y="0"/>
                  <a:pt x="731517" y="0"/>
                </a:cubicBezTo>
                <a:cubicBezTo>
                  <a:pt x="1135522" y="0"/>
                  <a:pt x="1463033" y="163756"/>
                  <a:pt x="1463033" y="365758"/>
                </a:cubicBezTo>
                <a:close/>
              </a:path>
            </a:pathLst>
          </a:custGeom>
          <a:gradFill>
            <a:gsLst>
              <a:gs pos="0">
                <a:srgbClr val="F5F5F5"/>
              </a:gs>
              <a:gs pos="50000">
                <a:srgbClr val="D4D4D4"/>
              </a:gs>
              <a:gs pos="100000">
                <a:srgbClr val="B3B3B3"/>
              </a:gs>
            </a:gsLst>
            <a:lin ang="5400000" scaled="1"/>
          </a:gradFill>
          <a:ln w="19050" cap="flat">
            <a:solidFill>
              <a:srgbClr val="66666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F34AC46-E0A0-480F-396E-66B15865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30" y="1535081"/>
            <a:ext cx="2420869" cy="487218"/>
          </a:xfrm>
          <a:custGeom>
            <a:avLst/>
            <a:gdLst>
              <a:gd name="connsiteX0" fmla="*/ -1 w 1453889"/>
              <a:gd name="connsiteY0" fmla="*/ -1 h 292606"/>
              <a:gd name="connsiteX1" fmla="*/ 1453889 w 1453889"/>
              <a:gd name="connsiteY1" fmla="*/ -1 h 292606"/>
              <a:gd name="connsiteX2" fmla="*/ 1453889 w 1453889"/>
              <a:gd name="connsiteY2" fmla="*/ 292606 h 292606"/>
              <a:gd name="connsiteX3" fmla="*/ -1 w 1453889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889" h="292606">
                <a:moveTo>
                  <a:pt x="-1" y="-1"/>
                </a:moveTo>
                <a:lnTo>
                  <a:pt x="1453889" y="-1"/>
                </a:lnTo>
                <a:lnTo>
                  <a:pt x="1453889" y="292606"/>
                </a:lnTo>
                <a:lnTo>
                  <a:pt x="-1" y="292606"/>
                </a:lnTo>
                <a:close/>
              </a:path>
            </a:pathLst>
          </a:cu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690CD33A-777C-84A0-6B07-5FD1EFDEAAFC}"/>
              </a:ext>
            </a:extLst>
          </p:cNvPr>
          <p:cNvSpPr/>
          <p:nvPr/>
        </p:nvSpPr>
        <p:spPr>
          <a:xfrm>
            <a:off x="5633903" y="157163"/>
            <a:ext cx="913535" cy="609023"/>
          </a:xfrm>
          <a:custGeom>
            <a:avLst/>
            <a:gdLst>
              <a:gd name="connsiteX0" fmla="*/ 548637 w 548637"/>
              <a:gd name="connsiteY0" fmla="*/ 182879 h 365758"/>
              <a:gd name="connsiteX1" fmla="*/ 274319 w 548637"/>
              <a:gd name="connsiteY1" fmla="*/ 365758 h 365758"/>
              <a:gd name="connsiteX2" fmla="*/ 0 w 548637"/>
              <a:gd name="connsiteY2" fmla="*/ 182879 h 365758"/>
              <a:gd name="connsiteX3" fmla="*/ 274319 w 548637"/>
              <a:gd name="connsiteY3" fmla="*/ 0 h 365758"/>
              <a:gd name="connsiteX4" fmla="*/ 548637 w 548637"/>
              <a:gd name="connsiteY4" fmla="*/ 182879 h 36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37" h="365758">
                <a:moveTo>
                  <a:pt x="548637" y="182879"/>
                </a:moveTo>
                <a:cubicBezTo>
                  <a:pt x="548637" y="283881"/>
                  <a:pt x="425821" y="365758"/>
                  <a:pt x="274319" y="365758"/>
                </a:cubicBezTo>
                <a:cubicBezTo>
                  <a:pt x="122817" y="365758"/>
                  <a:pt x="0" y="283881"/>
                  <a:pt x="0" y="182879"/>
                </a:cubicBezTo>
                <a:cubicBezTo>
                  <a:pt x="0" y="81878"/>
                  <a:pt x="122817" y="0"/>
                  <a:pt x="274319" y="0"/>
                </a:cubicBezTo>
                <a:cubicBezTo>
                  <a:pt x="425821" y="0"/>
                  <a:pt x="548637" y="81878"/>
                  <a:pt x="548637" y="182879"/>
                </a:cubicBezTo>
                <a:close/>
              </a:path>
            </a:pathLst>
          </a:custGeom>
          <a:gradFill>
            <a:gsLst>
              <a:gs pos="0">
                <a:srgbClr val="E6D0DE"/>
              </a:gs>
              <a:gs pos="50000">
                <a:srgbClr val="DDA1BD"/>
              </a:gs>
              <a:gs pos="100000">
                <a:srgbClr val="D5739D"/>
              </a:gs>
            </a:gsLst>
            <a:lin ang="5400000" scaled="1"/>
          </a:gradFill>
          <a:ln w="19050" cap="flat">
            <a:solidFill>
              <a:srgbClr val="996185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ABE88-2A53-5F2C-D061-C84BCB9C5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710" y="351290"/>
            <a:ext cx="898309" cy="266447"/>
          </a:xfrm>
          <a:custGeom>
            <a:avLst/>
            <a:gdLst>
              <a:gd name="connsiteX0" fmla="*/ -1 w 539493"/>
              <a:gd name="connsiteY0" fmla="*/ -1 h 160019"/>
              <a:gd name="connsiteX1" fmla="*/ 539493 w 539493"/>
              <a:gd name="connsiteY1" fmla="*/ -1 h 160019"/>
              <a:gd name="connsiteX2" fmla="*/ 539493 w 539493"/>
              <a:gd name="connsiteY2" fmla="*/ 160019 h 160019"/>
              <a:gd name="connsiteX3" fmla="*/ -1 w 539493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493" h="160019">
                <a:moveTo>
                  <a:pt x="-1" y="-1"/>
                </a:moveTo>
                <a:lnTo>
                  <a:pt x="539493" y="-1"/>
                </a:lnTo>
                <a:lnTo>
                  <a:pt x="539493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1135F36A-64A4-ABA4-06E1-F6F165EC2E0C}"/>
              </a:ext>
            </a:extLst>
          </p:cNvPr>
          <p:cNvSpPr/>
          <p:nvPr/>
        </p:nvSpPr>
        <p:spPr>
          <a:xfrm>
            <a:off x="6090671" y="814680"/>
            <a:ext cx="7611" cy="332146"/>
          </a:xfrm>
          <a:custGeom>
            <a:avLst/>
            <a:gdLst>
              <a:gd name="connsiteX0" fmla="*/ 0 w 4571"/>
              <a:gd name="connsiteY0" fmla="*/ 199476 h 199475"/>
              <a:gd name="connsiteX1" fmla="*/ 0 w 4571"/>
              <a:gd name="connsiteY1" fmla="*/ 0 h 199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99475">
                <a:moveTo>
                  <a:pt x="0" y="199476"/>
                </a:moveTo>
                <a:lnTo>
                  <a:pt x="0" y="0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02AFFA8A-9FD5-67FE-4409-0520DFF89DA4}"/>
              </a:ext>
            </a:extLst>
          </p:cNvPr>
          <p:cNvSpPr/>
          <p:nvPr/>
        </p:nvSpPr>
        <p:spPr>
          <a:xfrm>
            <a:off x="6064026" y="774713"/>
            <a:ext cx="53288" cy="53288"/>
          </a:xfrm>
          <a:custGeom>
            <a:avLst/>
            <a:gdLst>
              <a:gd name="connsiteX0" fmla="*/ 16002 w 32003"/>
              <a:gd name="connsiteY0" fmla="*/ 0 h 32003"/>
              <a:gd name="connsiteX1" fmla="*/ 32004 w 32003"/>
              <a:gd name="connsiteY1" fmla="*/ 32004 h 32003"/>
              <a:gd name="connsiteX2" fmla="*/ 16002 w 32003"/>
              <a:gd name="connsiteY2" fmla="*/ 24003 h 32003"/>
              <a:gd name="connsiteX3" fmla="*/ 0 w 32003"/>
              <a:gd name="connsiteY3" fmla="*/ 32004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0"/>
                </a:moveTo>
                <a:lnTo>
                  <a:pt x="32004" y="32004"/>
                </a:lnTo>
                <a:lnTo>
                  <a:pt x="16002" y="24003"/>
                </a:lnTo>
                <a:lnTo>
                  <a:pt x="0" y="32004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3B9ED59-0FE4-735F-0AFC-932F0EDB781C}"/>
              </a:ext>
            </a:extLst>
          </p:cNvPr>
          <p:cNvSpPr/>
          <p:nvPr/>
        </p:nvSpPr>
        <p:spPr>
          <a:xfrm>
            <a:off x="5329392" y="2783580"/>
            <a:ext cx="1522558" cy="913535"/>
          </a:xfrm>
          <a:custGeom>
            <a:avLst/>
            <a:gdLst>
              <a:gd name="connsiteX0" fmla="*/ 914396 w 914395"/>
              <a:gd name="connsiteY0" fmla="*/ 274319 h 548637"/>
              <a:gd name="connsiteX1" fmla="*/ 457198 w 914395"/>
              <a:gd name="connsiteY1" fmla="*/ 548638 h 548637"/>
              <a:gd name="connsiteX2" fmla="*/ 0 w 914395"/>
              <a:gd name="connsiteY2" fmla="*/ 274319 h 548637"/>
              <a:gd name="connsiteX3" fmla="*/ 457198 w 914395"/>
              <a:gd name="connsiteY3" fmla="*/ 0 h 548637"/>
              <a:gd name="connsiteX4" fmla="*/ 914396 w 914395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395" h="548637">
                <a:moveTo>
                  <a:pt x="914396" y="274319"/>
                </a:moveTo>
                <a:cubicBezTo>
                  <a:pt x="914396" y="425821"/>
                  <a:pt x="709701" y="548638"/>
                  <a:pt x="457198" y="548638"/>
                </a:cubicBezTo>
                <a:cubicBezTo>
                  <a:pt x="204695" y="548638"/>
                  <a:pt x="0" y="425821"/>
                  <a:pt x="0" y="274319"/>
                </a:cubicBezTo>
                <a:cubicBezTo>
                  <a:pt x="0" y="122817"/>
                  <a:pt x="204695" y="0"/>
                  <a:pt x="457198" y="0"/>
                </a:cubicBezTo>
                <a:cubicBezTo>
                  <a:pt x="709701" y="0"/>
                  <a:pt x="914396" y="122817"/>
                  <a:pt x="914396" y="274319"/>
                </a:cubicBezTo>
                <a:close/>
              </a:path>
            </a:pathLst>
          </a:custGeom>
          <a:gradFill>
            <a:gsLst>
              <a:gs pos="0">
                <a:srgbClr val="DAE8FC"/>
              </a:gs>
              <a:gs pos="50000">
                <a:srgbClr val="ACC7EE"/>
              </a:gs>
              <a:gs pos="100000">
                <a:srgbClr val="7EA6E0"/>
              </a:gs>
            </a:gsLst>
            <a:lin ang="5400000" scaled="1"/>
          </a:gradFill>
          <a:ln w="19050" cap="flat">
            <a:solidFill>
              <a:srgbClr val="6C8EBF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FA9E0-D9E7-CC4A-2F50-F5BEA10BA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198" y="3129962"/>
            <a:ext cx="1507332" cy="266447"/>
          </a:xfrm>
          <a:custGeom>
            <a:avLst/>
            <a:gdLst>
              <a:gd name="connsiteX0" fmla="*/ -1 w 905251"/>
              <a:gd name="connsiteY0" fmla="*/ -1 h 160019"/>
              <a:gd name="connsiteX1" fmla="*/ 905251 w 905251"/>
              <a:gd name="connsiteY1" fmla="*/ -1 h 160019"/>
              <a:gd name="connsiteX2" fmla="*/ 905251 w 905251"/>
              <a:gd name="connsiteY2" fmla="*/ 160019 h 160019"/>
              <a:gd name="connsiteX3" fmla="*/ -1 w 905251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5251" h="160019">
                <a:moveTo>
                  <a:pt x="-1" y="-1"/>
                </a:moveTo>
                <a:lnTo>
                  <a:pt x="905251" y="-1"/>
                </a:lnTo>
                <a:lnTo>
                  <a:pt x="905251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C63F57CF-D3F0-2F4B-5FCE-836DA867A9A4}"/>
              </a:ext>
            </a:extLst>
          </p:cNvPr>
          <p:cNvSpPr/>
          <p:nvPr/>
        </p:nvSpPr>
        <p:spPr>
          <a:xfrm>
            <a:off x="6090671" y="2364876"/>
            <a:ext cx="7611" cy="370210"/>
          </a:xfrm>
          <a:custGeom>
            <a:avLst/>
            <a:gdLst>
              <a:gd name="connsiteX0" fmla="*/ 0 w 4571"/>
              <a:gd name="connsiteY0" fmla="*/ 0 h 222335"/>
              <a:gd name="connsiteX1" fmla="*/ 0 w 4571"/>
              <a:gd name="connsiteY1" fmla="*/ 222335 h 222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222335">
                <a:moveTo>
                  <a:pt x="0" y="0"/>
                </a:moveTo>
                <a:lnTo>
                  <a:pt x="0" y="222335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FB5B1B2-5B65-7D3B-FCAF-119FFABB2643}"/>
              </a:ext>
            </a:extLst>
          </p:cNvPr>
          <p:cNvSpPr/>
          <p:nvPr/>
        </p:nvSpPr>
        <p:spPr>
          <a:xfrm>
            <a:off x="6064026" y="2721763"/>
            <a:ext cx="53289" cy="53288"/>
          </a:xfrm>
          <a:custGeom>
            <a:avLst/>
            <a:gdLst>
              <a:gd name="connsiteX0" fmla="*/ 16002 w 32003"/>
              <a:gd name="connsiteY0" fmla="*/ 32004 h 32003"/>
              <a:gd name="connsiteX1" fmla="*/ 0 w 32003"/>
              <a:gd name="connsiteY1" fmla="*/ 0 h 32003"/>
              <a:gd name="connsiteX2" fmla="*/ 16002 w 32003"/>
              <a:gd name="connsiteY2" fmla="*/ 8001 h 32003"/>
              <a:gd name="connsiteX3" fmla="*/ 32004 w 32003"/>
              <a:gd name="connsiteY3" fmla="*/ 0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32004"/>
                </a:moveTo>
                <a:lnTo>
                  <a:pt x="0" y="0"/>
                </a:lnTo>
                <a:lnTo>
                  <a:pt x="16002" y="8001"/>
                </a:lnTo>
                <a:lnTo>
                  <a:pt x="32004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E58AB17E-639F-78A7-EE90-ACCE2F9DD485}"/>
              </a:ext>
            </a:extLst>
          </p:cNvPr>
          <p:cNvSpPr/>
          <p:nvPr/>
        </p:nvSpPr>
        <p:spPr>
          <a:xfrm>
            <a:off x="2153788" y="5705144"/>
            <a:ext cx="59228" cy="51233"/>
          </a:xfrm>
          <a:custGeom>
            <a:avLst/>
            <a:gdLst>
              <a:gd name="connsiteX0" fmla="*/ 0 w 35570"/>
              <a:gd name="connsiteY0" fmla="*/ 30769 h 30769"/>
              <a:gd name="connsiteX1" fmla="*/ 18242 w 35570"/>
              <a:gd name="connsiteY1" fmla="*/ 0 h 30769"/>
              <a:gd name="connsiteX2" fmla="*/ 20162 w 35570"/>
              <a:gd name="connsiteY2" fmla="*/ 17785 h 30769"/>
              <a:gd name="connsiteX3" fmla="*/ 35570 w 35570"/>
              <a:gd name="connsiteY3" fmla="*/ 26883 h 30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570" h="30769">
                <a:moveTo>
                  <a:pt x="0" y="30769"/>
                </a:moveTo>
                <a:lnTo>
                  <a:pt x="18242" y="0"/>
                </a:lnTo>
                <a:lnTo>
                  <a:pt x="20162" y="17785"/>
                </a:lnTo>
                <a:lnTo>
                  <a:pt x="35570" y="26883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DF46B77C-3ED0-BBA2-1BB8-100C1F107FA9}"/>
              </a:ext>
            </a:extLst>
          </p:cNvPr>
          <p:cNvSpPr/>
          <p:nvPr/>
        </p:nvSpPr>
        <p:spPr>
          <a:xfrm>
            <a:off x="457201" y="5638378"/>
            <a:ext cx="1979326" cy="837406"/>
          </a:xfrm>
          <a:custGeom>
            <a:avLst/>
            <a:gdLst>
              <a:gd name="connsiteX0" fmla="*/ 1188715 w 1188714"/>
              <a:gd name="connsiteY0" fmla="*/ 251459 h 502917"/>
              <a:gd name="connsiteX1" fmla="*/ 594357 w 1188714"/>
              <a:gd name="connsiteY1" fmla="*/ 502918 h 502917"/>
              <a:gd name="connsiteX2" fmla="*/ 0 w 1188714"/>
              <a:gd name="connsiteY2" fmla="*/ 251459 h 502917"/>
              <a:gd name="connsiteX3" fmla="*/ 594357 w 1188714"/>
              <a:gd name="connsiteY3" fmla="*/ 0 h 502917"/>
              <a:gd name="connsiteX4" fmla="*/ 1188715 w 1188714"/>
              <a:gd name="connsiteY4" fmla="*/ 251459 h 502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8714" h="502917">
                <a:moveTo>
                  <a:pt x="1188715" y="251459"/>
                </a:moveTo>
                <a:cubicBezTo>
                  <a:pt x="1188715" y="390336"/>
                  <a:pt x="922612" y="502918"/>
                  <a:pt x="594357" y="502918"/>
                </a:cubicBezTo>
                <a:cubicBezTo>
                  <a:pt x="266103" y="502918"/>
                  <a:pt x="0" y="390336"/>
                  <a:pt x="0" y="251459"/>
                </a:cubicBezTo>
                <a:cubicBezTo>
                  <a:pt x="0" y="112582"/>
                  <a:pt x="266103" y="0"/>
                  <a:pt x="594357" y="0"/>
                </a:cubicBezTo>
                <a:cubicBezTo>
                  <a:pt x="922612" y="0"/>
                  <a:pt x="1188715" y="112582"/>
                  <a:pt x="1188715" y="251459"/>
                </a:cubicBezTo>
                <a:close/>
              </a:path>
            </a:pathLst>
          </a:custGeom>
          <a:gradFill>
            <a:gsLst>
              <a:gs pos="0">
                <a:srgbClr val="FFF2CC"/>
              </a:gs>
              <a:gs pos="50000">
                <a:srgbClr val="FFE599"/>
              </a:gs>
              <a:gs pos="100000">
                <a:srgbClr val="FFD966"/>
              </a:gs>
            </a:gsLst>
            <a:lin ang="5400000" scaled="1"/>
          </a:gradFill>
          <a:ln w="19050" cap="flat">
            <a:solidFill>
              <a:srgbClr val="D6B65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51169-26C9-7A84-F4CC-15710C19C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07" y="5946696"/>
            <a:ext cx="1964101" cy="266447"/>
          </a:xfrm>
          <a:custGeom>
            <a:avLst/>
            <a:gdLst>
              <a:gd name="connsiteX0" fmla="*/ -1 w 1179570"/>
              <a:gd name="connsiteY0" fmla="*/ -1 h 160019"/>
              <a:gd name="connsiteX1" fmla="*/ 1179570 w 1179570"/>
              <a:gd name="connsiteY1" fmla="*/ -1 h 160019"/>
              <a:gd name="connsiteX2" fmla="*/ 1179570 w 1179570"/>
              <a:gd name="connsiteY2" fmla="*/ 160019 h 160019"/>
              <a:gd name="connsiteX3" fmla="*/ -1 w 117957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570" h="160019">
                <a:moveTo>
                  <a:pt x="-1" y="-1"/>
                </a:moveTo>
                <a:lnTo>
                  <a:pt x="1179570" y="-1"/>
                </a:lnTo>
                <a:lnTo>
                  <a:pt x="117957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43A5FFA5-D18B-4597-1C25-ED97686C5989}"/>
              </a:ext>
            </a:extLst>
          </p:cNvPr>
          <p:cNvSpPr/>
          <p:nvPr/>
        </p:nvSpPr>
        <p:spPr>
          <a:xfrm>
            <a:off x="4125883" y="5504318"/>
            <a:ext cx="55649" cy="57248"/>
          </a:xfrm>
          <a:custGeom>
            <a:avLst/>
            <a:gdLst>
              <a:gd name="connsiteX0" fmla="*/ 0 w 33421"/>
              <a:gd name="connsiteY0" fmla="*/ 34381 h 34381"/>
              <a:gd name="connsiteX1" fmla="*/ 9830 w 33421"/>
              <a:gd name="connsiteY1" fmla="*/ 0 h 34381"/>
              <a:gd name="connsiteX2" fmla="*/ 16231 w 33421"/>
              <a:gd name="connsiteY2" fmla="*/ 16688 h 34381"/>
              <a:gd name="connsiteX3" fmla="*/ 33421 w 33421"/>
              <a:gd name="connsiteY3" fmla="*/ 21580 h 34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21" h="34381">
                <a:moveTo>
                  <a:pt x="0" y="34381"/>
                </a:moveTo>
                <a:lnTo>
                  <a:pt x="9830" y="0"/>
                </a:lnTo>
                <a:lnTo>
                  <a:pt x="16231" y="16688"/>
                </a:lnTo>
                <a:lnTo>
                  <a:pt x="33421" y="2158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4C1A7AE9-E570-4253-6654-54B1EF014405}"/>
              </a:ext>
            </a:extLst>
          </p:cNvPr>
          <p:cNvSpPr/>
          <p:nvPr/>
        </p:nvSpPr>
        <p:spPr>
          <a:xfrm>
            <a:off x="2702976" y="5524188"/>
            <a:ext cx="1979326" cy="1065791"/>
          </a:xfrm>
          <a:custGeom>
            <a:avLst/>
            <a:gdLst>
              <a:gd name="connsiteX0" fmla="*/ 1188715 w 1188714"/>
              <a:gd name="connsiteY0" fmla="*/ 320039 h 640077"/>
              <a:gd name="connsiteX1" fmla="*/ 594357 w 1188714"/>
              <a:gd name="connsiteY1" fmla="*/ 640077 h 640077"/>
              <a:gd name="connsiteX2" fmla="*/ 0 w 1188714"/>
              <a:gd name="connsiteY2" fmla="*/ 320039 h 640077"/>
              <a:gd name="connsiteX3" fmla="*/ 594357 w 1188714"/>
              <a:gd name="connsiteY3" fmla="*/ 0 h 640077"/>
              <a:gd name="connsiteX4" fmla="*/ 1188715 w 1188714"/>
              <a:gd name="connsiteY4" fmla="*/ 320039 h 640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8714" h="640077">
                <a:moveTo>
                  <a:pt x="1188715" y="320039"/>
                </a:moveTo>
                <a:cubicBezTo>
                  <a:pt x="1188715" y="496791"/>
                  <a:pt x="922612" y="640077"/>
                  <a:pt x="594357" y="640077"/>
                </a:cubicBezTo>
                <a:cubicBezTo>
                  <a:pt x="266103" y="640077"/>
                  <a:pt x="0" y="496791"/>
                  <a:pt x="0" y="320039"/>
                </a:cubicBezTo>
                <a:cubicBezTo>
                  <a:pt x="0" y="143286"/>
                  <a:pt x="266103" y="0"/>
                  <a:pt x="594357" y="0"/>
                </a:cubicBezTo>
                <a:cubicBezTo>
                  <a:pt x="922612" y="0"/>
                  <a:pt x="1188715" y="143286"/>
                  <a:pt x="1188715" y="320039"/>
                </a:cubicBezTo>
                <a:close/>
              </a:path>
            </a:pathLst>
          </a:custGeom>
          <a:gradFill>
            <a:gsLst>
              <a:gs pos="0">
                <a:srgbClr val="FFF2CC"/>
              </a:gs>
              <a:gs pos="50000">
                <a:srgbClr val="FFE599"/>
              </a:gs>
              <a:gs pos="100000">
                <a:srgbClr val="FFD966"/>
              </a:gs>
            </a:gsLst>
            <a:lin ang="5400000" scaled="1"/>
          </a:gradFill>
          <a:ln w="19050" cap="flat">
            <a:solidFill>
              <a:srgbClr val="D6B65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A431B8F-2889-8FB3-6AF2-15B24D00AA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6783" y="5946696"/>
            <a:ext cx="1964101" cy="266447"/>
          </a:xfrm>
          <a:custGeom>
            <a:avLst/>
            <a:gdLst>
              <a:gd name="connsiteX0" fmla="*/ -1 w 1179570"/>
              <a:gd name="connsiteY0" fmla="*/ -1 h 160019"/>
              <a:gd name="connsiteX1" fmla="*/ 1179570 w 1179570"/>
              <a:gd name="connsiteY1" fmla="*/ -1 h 160019"/>
              <a:gd name="connsiteX2" fmla="*/ 1179570 w 1179570"/>
              <a:gd name="connsiteY2" fmla="*/ 160019 h 160019"/>
              <a:gd name="connsiteX3" fmla="*/ -1 w 117957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570" h="160019">
                <a:moveTo>
                  <a:pt x="-1" y="-1"/>
                </a:moveTo>
                <a:lnTo>
                  <a:pt x="1179570" y="-1"/>
                </a:lnTo>
                <a:lnTo>
                  <a:pt x="117957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19" name="Freeform 18">
            <a:extLst>
              <a:ext uri="{FF2B5EF4-FFF2-40B4-BE49-F238E27FC236}">
                <a16:creationId xmlns:a16="http://schemas.microsoft.com/office/drawing/2014/main" id="{BD46868A-5ACF-BDC5-9CC8-A187488D3BD4}"/>
              </a:ext>
            </a:extLst>
          </p:cNvPr>
          <p:cNvSpPr/>
          <p:nvPr/>
        </p:nvSpPr>
        <p:spPr>
          <a:xfrm>
            <a:off x="6064026" y="5462371"/>
            <a:ext cx="53289" cy="53288"/>
          </a:xfrm>
          <a:custGeom>
            <a:avLst/>
            <a:gdLst>
              <a:gd name="connsiteX0" fmla="*/ 16002 w 32003"/>
              <a:gd name="connsiteY0" fmla="*/ 32004 h 32003"/>
              <a:gd name="connsiteX1" fmla="*/ 0 w 32003"/>
              <a:gd name="connsiteY1" fmla="*/ 0 h 32003"/>
              <a:gd name="connsiteX2" fmla="*/ 16002 w 32003"/>
              <a:gd name="connsiteY2" fmla="*/ 8001 h 32003"/>
              <a:gd name="connsiteX3" fmla="*/ 32004 w 32003"/>
              <a:gd name="connsiteY3" fmla="*/ 0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32004"/>
                </a:moveTo>
                <a:lnTo>
                  <a:pt x="0" y="0"/>
                </a:lnTo>
                <a:lnTo>
                  <a:pt x="16002" y="8001"/>
                </a:lnTo>
                <a:lnTo>
                  <a:pt x="32004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F1B92B5-8C15-307C-BD2E-B88053D70D3F}"/>
              </a:ext>
            </a:extLst>
          </p:cNvPr>
          <p:cNvSpPr/>
          <p:nvPr/>
        </p:nvSpPr>
        <p:spPr>
          <a:xfrm>
            <a:off x="8038404" y="5570854"/>
            <a:ext cx="55191" cy="57627"/>
          </a:xfrm>
          <a:custGeom>
            <a:avLst/>
            <a:gdLst>
              <a:gd name="connsiteX0" fmla="*/ 33147 w 33146"/>
              <a:gd name="connsiteY0" fmla="*/ 34610 h 34609"/>
              <a:gd name="connsiteX1" fmla="*/ 0 w 33146"/>
              <a:gd name="connsiteY1" fmla="*/ 21123 h 34609"/>
              <a:gd name="connsiteX2" fmla="*/ 17328 w 33146"/>
              <a:gd name="connsiteY2" fmla="*/ 16596 h 34609"/>
              <a:gd name="connsiteX3" fmla="*/ 24049 w 33146"/>
              <a:gd name="connsiteY3" fmla="*/ 0 h 34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146" h="34609">
                <a:moveTo>
                  <a:pt x="33147" y="34610"/>
                </a:moveTo>
                <a:lnTo>
                  <a:pt x="0" y="21123"/>
                </a:lnTo>
                <a:lnTo>
                  <a:pt x="17328" y="16596"/>
                </a:lnTo>
                <a:lnTo>
                  <a:pt x="24049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DF17EDF-0E4B-B504-271C-315467D6E7F6}"/>
              </a:ext>
            </a:extLst>
          </p:cNvPr>
          <p:cNvSpPr/>
          <p:nvPr/>
        </p:nvSpPr>
        <p:spPr>
          <a:xfrm>
            <a:off x="7499038" y="5600314"/>
            <a:ext cx="1941262" cy="913535"/>
          </a:xfrm>
          <a:custGeom>
            <a:avLst/>
            <a:gdLst>
              <a:gd name="connsiteX0" fmla="*/ 1165855 w 1165854"/>
              <a:gd name="connsiteY0" fmla="*/ 274319 h 548637"/>
              <a:gd name="connsiteX1" fmla="*/ 582927 w 1165854"/>
              <a:gd name="connsiteY1" fmla="*/ 548638 h 548637"/>
              <a:gd name="connsiteX2" fmla="*/ 0 w 1165854"/>
              <a:gd name="connsiteY2" fmla="*/ 274319 h 548637"/>
              <a:gd name="connsiteX3" fmla="*/ 582927 w 1165854"/>
              <a:gd name="connsiteY3" fmla="*/ 0 h 548637"/>
              <a:gd name="connsiteX4" fmla="*/ 1165855 w 1165854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5854" h="548637">
                <a:moveTo>
                  <a:pt x="1165855" y="274319"/>
                </a:moveTo>
                <a:cubicBezTo>
                  <a:pt x="1165855" y="425821"/>
                  <a:pt x="904869" y="548638"/>
                  <a:pt x="582927" y="548638"/>
                </a:cubicBezTo>
                <a:cubicBezTo>
                  <a:pt x="260986" y="548638"/>
                  <a:pt x="0" y="425821"/>
                  <a:pt x="0" y="274319"/>
                </a:cubicBezTo>
                <a:cubicBezTo>
                  <a:pt x="0" y="122817"/>
                  <a:pt x="260986" y="0"/>
                  <a:pt x="582927" y="0"/>
                </a:cubicBezTo>
                <a:cubicBezTo>
                  <a:pt x="904869" y="0"/>
                  <a:pt x="1165855" y="122817"/>
                  <a:pt x="1165855" y="274319"/>
                </a:cubicBezTo>
                <a:close/>
              </a:path>
            </a:pathLst>
          </a:custGeom>
          <a:gradFill>
            <a:gsLst>
              <a:gs pos="0">
                <a:srgbClr val="D5E8D4"/>
              </a:gs>
              <a:gs pos="50000">
                <a:srgbClr val="B6DCA5"/>
              </a:gs>
              <a:gs pos="100000">
                <a:srgbClr val="97D077"/>
              </a:gs>
            </a:gsLst>
            <a:lin ang="5400000" scaled="1"/>
          </a:gradFill>
          <a:ln w="19050" cap="flat">
            <a:solidFill>
              <a:srgbClr val="82B36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CE16691-26CC-7AAB-0305-B3AA929C5B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2845" y="5946696"/>
            <a:ext cx="1926036" cy="266447"/>
          </a:xfrm>
          <a:custGeom>
            <a:avLst/>
            <a:gdLst>
              <a:gd name="connsiteX0" fmla="*/ -1 w 1156710"/>
              <a:gd name="connsiteY0" fmla="*/ -1 h 160019"/>
              <a:gd name="connsiteX1" fmla="*/ 1156710 w 1156710"/>
              <a:gd name="connsiteY1" fmla="*/ -1 h 160019"/>
              <a:gd name="connsiteX2" fmla="*/ 1156710 w 1156710"/>
              <a:gd name="connsiteY2" fmla="*/ 160019 h 160019"/>
              <a:gd name="connsiteX3" fmla="*/ -1 w 115671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6710" h="160019">
                <a:moveTo>
                  <a:pt x="-1" y="-1"/>
                </a:moveTo>
                <a:lnTo>
                  <a:pt x="1156710" y="-1"/>
                </a:lnTo>
                <a:lnTo>
                  <a:pt x="115671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BA35D08C-2FA8-89ED-31A1-C3DC026F4E0D}"/>
              </a:ext>
            </a:extLst>
          </p:cNvPr>
          <p:cNvSpPr/>
          <p:nvPr/>
        </p:nvSpPr>
        <p:spPr>
          <a:xfrm>
            <a:off x="4948752" y="5524188"/>
            <a:ext cx="2283838" cy="1065791"/>
          </a:xfrm>
          <a:custGeom>
            <a:avLst/>
            <a:gdLst>
              <a:gd name="connsiteX0" fmla="*/ 1371594 w 1371593"/>
              <a:gd name="connsiteY0" fmla="*/ 320039 h 640077"/>
              <a:gd name="connsiteX1" fmla="*/ 685797 w 1371593"/>
              <a:gd name="connsiteY1" fmla="*/ 640077 h 640077"/>
              <a:gd name="connsiteX2" fmla="*/ 0 w 1371593"/>
              <a:gd name="connsiteY2" fmla="*/ 320039 h 640077"/>
              <a:gd name="connsiteX3" fmla="*/ 685797 w 1371593"/>
              <a:gd name="connsiteY3" fmla="*/ 0 h 640077"/>
              <a:gd name="connsiteX4" fmla="*/ 1371594 w 1371593"/>
              <a:gd name="connsiteY4" fmla="*/ 320039 h 640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593" h="640077">
                <a:moveTo>
                  <a:pt x="1371594" y="320039"/>
                </a:moveTo>
                <a:cubicBezTo>
                  <a:pt x="1371594" y="496791"/>
                  <a:pt x="1064552" y="640077"/>
                  <a:pt x="685797" y="640077"/>
                </a:cubicBezTo>
                <a:cubicBezTo>
                  <a:pt x="307042" y="640077"/>
                  <a:pt x="0" y="496791"/>
                  <a:pt x="0" y="320039"/>
                </a:cubicBezTo>
                <a:cubicBezTo>
                  <a:pt x="0" y="143286"/>
                  <a:pt x="307042" y="0"/>
                  <a:pt x="685797" y="0"/>
                </a:cubicBezTo>
                <a:cubicBezTo>
                  <a:pt x="1064552" y="0"/>
                  <a:pt x="1371594" y="143286"/>
                  <a:pt x="1371594" y="320039"/>
                </a:cubicBezTo>
                <a:close/>
              </a:path>
            </a:pathLst>
          </a:custGeom>
          <a:gradFill>
            <a:gsLst>
              <a:gs pos="0">
                <a:srgbClr val="D5E8D4"/>
              </a:gs>
              <a:gs pos="50000">
                <a:srgbClr val="B6DCA5"/>
              </a:gs>
              <a:gs pos="100000">
                <a:srgbClr val="97D077"/>
              </a:gs>
            </a:gsLst>
            <a:lin ang="5400000" scaled="1"/>
          </a:gradFill>
          <a:ln w="19050" cap="flat">
            <a:solidFill>
              <a:srgbClr val="82B36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EB39EB8-456F-0345-1035-BE27C7D522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2558" y="5946696"/>
            <a:ext cx="2268612" cy="266447"/>
          </a:xfrm>
          <a:custGeom>
            <a:avLst/>
            <a:gdLst>
              <a:gd name="connsiteX0" fmla="*/ -1 w 1362449"/>
              <a:gd name="connsiteY0" fmla="*/ -1 h 160019"/>
              <a:gd name="connsiteX1" fmla="*/ 1362449 w 1362449"/>
              <a:gd name="connsiteY1" fmla="*/ -1 h 160019"/>
              <a:gd name="connsiteX2" fmla="*/ 1362449 w 1362449"/>
              <a:gd name="connsiteY2" fmla="*/ 160019 h 160019"/>
              <a:gd name="connsiteX3" fmla="*/ -1 w 1362449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62449" h="160019">
                <a:moveTo>
                  <a:pt x="-1" y="-1"/>
                </a:moveTo>
                <a:lnTo>
                  <a:pt x="1362449" y="-1"/>
                </a:lnTo>
                <a:lnTo>
                  <a:pt x="1362449" y="160019"/>
                </a:lnTo>
                <a:lnTo>
                  <a:pt x="-1" y="16001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247404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75456FBE-F93C-C01A-933B-E858BEB6C06E}"/>
              </a:ext>
            </a:extLst>
          </p:cNvPr>
          <p:cNvSpPr/>
          <p:nvPr/>
        </p:nvSpPr>
        <p:spPr>
          <a:xfrm>
            <a:off x="2187361" y="3563357"/>
            <a:ext cx="3365008" cy="2171397"/>
          </a:xfrm>
          <a:custGeom>
            <a:avLst/>
            <a:gdLst>
              <a:gd name="connsiteX0" fmla="*/ 2020906 w 2020906"/>
              <a:gd name="connsiteY0" fmla="*/ 0 h 1304065"/>
              <a:gd name="connsiteX1" fmla="*/ 0 w 2020906"/>
              <a:gd name="connsiteY1" fmla="*/ 1304066 h 130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20906" h="1304065">
                <a:moveTo>
                  <a:pt x="2020906" y="0"/>
                </a:moveTo>
                <a:lnTo>
                  <a:pt x="0" y="1304066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C552416-DBBC-E6B9-5709-C32398212675}"/>
              </a:ext>
            </a:extLst>
          </p:cNvPr>
          <p:cNvSpPr/>
          <p:nvPr/>
        </p:nvSpPr>
        <p:spPr>
          <a:xfrm>
            <a:off x="4152909" y="3529634"/>
            <a:ext cx="1831180" cy="2002469"/>
          </a:xfrm>
          <a:custGeom>
            <a:avLst/>
            <a:gdLst>
              <a:gd name="connsiteX0" fmla="*/ 1099744 w 1099743"/>
              <a:gd name="connsiteY0" fmla="*/ 0 h 1202613"/>
              <a:gd name="connsiteX1" fmla="*/ 0 w 1099743"/>
              <a:gd name="connsiteY1" fmla="*/ 1202614 h 1202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9743" h="1202613">
                <a:moveTo>
                  <a:pt x="1099744" y="0"/>
                </a:moveTo>
                <a:lnTo>
                  <a:pt x="0" y="1202614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A731A156-82B5-01F9-9EF6-9CB1AB4EA764}"/>
              </a:ext>
            </a:extLst>
          </p:cNvPr>
          <p:cNvSpPr/>
          <p:nvPr/>
        </p:nvSpPr>
        <p:spPr>
          <a:xfrm>
            <a:off x="6090671" y="3697115"/>
            <a:ext cx="7611" cy="1778577"/>
          </a:xfrm>
          <a:custGeom>
            <a:avLst/>
            <a:gdLst>
              <a:gd name="connsiteX0" fmla="*/ 0 w 4571"/>
              <a:gd name="connsiteY0" fmla="*/ 0 h 1068151"/>
              <a:gd name="connsiteX1" fmla="*/ 0 w 4571"/>
              <a:gd name="connsiteY1" fmla="*/ 1068152 h 1068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068151">
                <a:moveTo>
                  <a:pt x="0" y="0"/>
                </a:moveTo>
                <a:lnTo>
                  <a:pt x="0" y="1068152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0492E07-E883-A5F6-D06D-9095A43D1BB3}"/>
              </a:ext>
            </a:extLst>
          </p:cNvPr>
          <p:cNvSpPr/>
          <p:nvPr/>
        </p:nvSpPr>
        <p:spPr>
          <a:xfrm>
            <a:off x="6189636" y="3461119"/>
            <a:ext cx="1877619" cy="2137369"/>
          </a:xfrm>
          <a:custGeom>
            <a:avLst/>
            <a:gdLst>
              <a:gd name="connsiteX0" fmla="*/ 0 w 1127632"/>
              <a:gd name="connsiteY0" fmla="*/ 0 h 1283629"/>
              <a:gd name="connsiteX1" fmla="*/ 1127633 w 1127632"/>
              <a:gd name="connsiteY1" fmla="*/ 1283629 h 1283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27632" h="1283629">
                <a:moveTo>
                  <a:pt x="0" y="0"/>
                </a:moveTo>
                <a:lnTo>
                  <a:pt x="1127633" y="1283629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5ABCC069-59FC-0541-22B9-1927F041F00D}"/>
              </a:ext>
            </a:extLst>
          </p:cNvPr>
          <p:cNvSpPr/>
          <p:nvPr/>
        </p:nvSpPr>
        <p:spPr>
          <a:xfrm>
            <a:off x="4872623" y="1146828"/>
            <a:ext cx="2436094" cy="1218047"/>
          </a:xfrm>
          <a:custGeom>
            <a:avLst/>
            <a:gdLst>
              <a:gd name="connsiteX0" fmla="*/ 1463033 w 1463033"/>
              <a:gd name="connsiteY0" fmla="*/ 365758 h 731516"/>
              <a:gd name="connsiteX1" fmla="*/ 731517 w 1463033"/>
              <a:gd name="connsiteY1" fmla="*/ 731517 h 731516"/>
              <a:gd name="connsiteX2" fmla="*/ 0 w 1463033"/>
              <a:gd name="connsiteY2" fmla="*/ 365758 h 731516"/>
              <a:gd name="connsiteX3" fmla="*/ 731517 w 1463033"/>
              <a:gd name="connsiteY3" fmla="*/ 0 h 731516"/>
              <a:gd name="connsiteX4" fmla="*/ 1463033 w 1463033"/>
              <a:gd name="connsiteY4" fmla="*/ 365758 h 731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3033" h="731516">
                <a:moveTo>
                  <a:pt x="1463033" y="365758"/>
                </a:moveTo>
                <a:cubicBezTo>
                  <a:pt x="1463033" y="567761"/>
                  <a:pt x="1135522" y="731517"/>
                  <a:pt x="731517" y="731517"/>
                </a:cubicBezTo>
                <a:cubicBezTo>
                  <a:pt x="327511" y="731517"/>
                  <a:pt x="0" y="567761"/>
                  <a:pt x="0" y="365758"/>
                </a:cubicBezTo>
                <a:cubicBezTo>
                  <a:pt x="0" y="163756"/>
                  <a:pt x="327511" y="0"/>
                  <a:pt x="731517" y="0"/>
                </a:cubicBezTo>
                <a:cubicBezTo>
                  <a:pt x="1135522" y="0"/>
                  <a:pt x="1463033" y="163756"/>
                  <a:pt x="1463033" y="365758"/>
                </a:cubicBezTo>
                <a:close/>
              </a:path>
            </a:pathLst>
          </a:custGeom>
          <a:gradFill>
            <a:gsLst>
              <a:gs pos="0">
                <a:srgbClr val="F5F5F5"/>
              </a:gs>
              <a:gs pos="50000">
                <a:srgbClr val="D4D4D4"/>
              </a:gs>
              <a:gs pos="100000">
                <a:srgbClr val="B3B3B3"/>
              </a:gs>
            </a:gsLst>
            <a:lin ang="5400000" scaled="1"/>
          </a:gradFill>
          <a:ln w="19050" cap="flat">
            <a:solidFill>
              <a:srgbClr val="66666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F34AC46-E0A0-480F-396E-66B15865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430" y="1535081"/>
            <a:ext cx="2420869" cy="487218"/>
          </a:xfrm>
          <a:custGeom>
            <a:avLst/>
            <a:gdLst>
              <a:gd name="connsiteX0" fmla="*/ -1 w 1453889"/>
              <a:gd name="connsiteY0" fmla="*/ -1 h 292606"/>
              <a:gd name="connsiteX1" fmla="*/ 1453889 w 1453889"/>
              <a:gd name="connsiteY1" fmla="*/ -1 h 292606"/>
              <a:gd name="connsiteX2" fmla="*/ 1453889 w 1453889"/>
              <a:gd name="connsiteY2" fmla="*/ 292606 h 292606"/>
              <a:gd name="connsiteX3" fmla="*/ -1 w 1453889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889" h="292606">
                <a:moveTo>
                  <a:pt x="-1" y="-1"/>
                </a:moveTo>
                <a:lnTo>
                  <a:pt x="1453889" y="-1"/>
                </a:lnTo>
                <a:lnTo>
                  <a:pt x="1453889" y="292606"/>
                </a:lnTo>
                <a:lnTo>
                  <a:pt x="-1" y="292606"/>
                </a:lnTo>
                <a:close/>
              </a:path>
            </a:pathLst>
          </a:cu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690CD33A-777C-84A0-6B07-5FD1EFDEAAFC}"/>
              </a:ext>
            </a:extLst>
          </p:cNvPr>
          <p:cNvSpPr/>
          <p:nvPr/>
        </p:nvSpPr>
        <p:spPr>
          <a:xfrm>
            <a:off x="5633903" y="157163"/>
            <a:ext cx="913535" cy="609023"/>
          </a:xfrm>
          <a:custGeom>
            <a:avLst/>
            <a:gdLst>
              <a:gd name="connsiteX0" fmla="*/ 548637 w 548637"/>
              <a:gd name="connsiteY0" fmla="*/ 182879 h 365758"/>
              <a:gd name="connsiteX1" fmla="*/ 274319 w 548637"/>
              <a:gd name="connsiteY1" fmla="*/ 365758 h 365758"/>
              <a:gd name="connsiteX2" fmla="*/ 0 w 548637"/>
              <a:gd name="connsiteY2" fmla="*/ 182879 h 365758"/>
              <a:gd name="connsiteX3" fmla="*/ 274319 w 548637"/>
              <a:gd name="connsiteY3" fmla="*/ 0 h 365758"/>
              <a:gd name="connsiteX4" fmla="*/ 548637 w 548637"/>
              <a:gd name="connsiteY4" fmla="*/ 182879 h 36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37" h="365758">
                <a:moveTo>
                  <a:pt x="548637" y="182879"/>
                </a:moveTo>
                <a:cubicBezTo>
                  <a:pt x="548637" y="283881"/>
                  <a:pt x="425821" y="365758"/>
                  <a:pt x="274319" y="365758"/>
                </a:cubicBezTo>
                <a:cubicBezTo>
                  <a:pt x="122817" y="365758"/>
                  <a:pt x="0" y="283881"/>
                  <a:pt x="0" y="182879"/>
                </a:cubicBezTo>
                <a:cubicBezTo>
                  <a:pt x="0" y="81878"/>
                  <a:pt x="122817" y="0"/>
                  <a:pt x="274319" y="0"/>
                </a:cubicBezTo>
                <a:cubicBezTo>
                  <a:pt x="425821" y="0"/>
                  <a:pt x="548637" y="81878"/>
                  <a:pt x="548637" y="182879"/>
                </a:cubicBezTo>
                <a:close/>
              </a:path>
            </a:pathLst>
          </a:custGeom>
          <a:gradFill>
            <a:gsLst>
              <a:gs pos="0">
                <a:srgbClr val="E6D0DE"/>
              </a:gs>
              <a:gs pos="50000">
                <a:srgbClr val="DDA1BD"/>
              </a:gs>
              <a:gs pos="100000">
                <a:srgbClr val="D5739D"/>
              </a:gs>
            </a:gsLst>
            <a:lin ang="5400000" scaled="1"/>
          </a:gradFill>
          <a:ln w="19050" cap="flat">
            <a:solidFill>
              <a:srgbClr val="996185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ABE88-2A53-5F2C-D061-C84BCB9C5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710" y="351290"/>
            <a:ext cx="898309" cy="266447"/>
          </a:xfrm>
          <a:custGeom>
            <a:avLst/>
            <a:gdLst>
              <a:gd name="connsiteX0" fmla="*/ -1 w 539493"/>
              <a:gd name="connsiteY0" fmla="*/ -1 h 160019"/>
              <a:gd name="connsiteX1" fmla="*/ 539493 w 539493"/>
              <a:gd name="connsiteY1" fmla="*/ -1 h 160019"/>
              <a:gd name="connsiteX2" fmla="*/ 539493 w 539493"/>
              <a:gd name="connsiteY2" fmla="*/ 160019 h 160019"/>
              <a:gd name="connsiteX3" fmla="*/ -1 w 539493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493" h="160019">
                <a:moveTo>
                  <a:pt x="-1" y="-1"/>
                </a:moveTo>
                <a:lnTo>
                  <a:pt x="539493" y="-1"/>
                </a:lnTo>
                <a:lnTo>
                  <a:pt x="539493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1135F36A-64A4-ABA4-06E1-F6F165EC2E0C}"/>
              </a:ext>
            </a:extLst>
          </p:cNvPr>
          <p:cNvSpPr/>
          <p:nvPr/>
        </p:nvSpPr>
        <p:spPr>
          <a:xfrm>
            <a:off x="6090671" y="814680"/>
            <a:ext cx="7611" cy="332146"/>
          </a:xfrm>
          <a:custGeom>
            <a:avLst/>
            <a:gdLst>
              <a:gd name="connsiteX0" fmla="*/ 0 w 4571"/>
              <a:gd name="connsiteY0" fmla="*/ 199476 h 199475"/>
              <a:gd name="connsiteX1" fmla="*/ 0 w 4571"/>
              <a:gd name="connsiteY1" fmla="*/ 0 h 199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199475">
                <a:moveTo>
                  <a:pt x="0" y="199476"/>
                </a:moveTo>
                <a:lnTo>
                  <a:pt x="0" y="0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02AFFA8A-9FD5-67FE-4409-0520DFF89DA4}"/>
              </a:ext>
            </a:extLst>
          </p:cNvPr>
          <p:cNvSpPr/>
          <p:nvPr/>
        </p:nvSpPr>
        <p:spPr>
          <a:xfrm>
            <a:off x="6064026" y="774713"/>
            <a:ext cx="53288" cy="53288"/>
          </a:xfrm>
          <a:custGeom>
            <a:avLst/>
            <a:gdLst>
              <a:gd name="connsiteX0" fmla="*/ 16002 w 32003"/>
              <a:gd name="connsiteY0" fmla="*/ 0 h 32003"/>
              <a:gd name="connsiteX1" fmla="*/ 32004 w 32003"/>
              <a:gd name="connsiteY1" fmla="*/ 32004 h 32003"/>
              <a:gd name="connsiteX2" fmla="*/ 16002 w 32003"/>
              <a:gd name="connsiteY2" fmla="*/ 24003 h 32003"/>
              <a:gd name="connsiteX3" fmla="*/ 0 w 32003"/>
              <a:gd name="connsiteY3" fmla="*/ 32004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0"/>
                </a:moveTo>
                <a:lnTo>
                  <a:pt x="32004" y="32004"/>
                </a:lnTo>
                <a:lnTo>
                  <a:pt x="16002" y="24003"/>
                </a:lnTo>
                <a:lnTo>
                  <a:pt x="0" y="32004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3B9ED59-0FE4-735F-0AFC-932F0EDB781C}"/>
              </a:ext>
            </a:extLst>
          </p:cNvPr>
          <p:cNvSpPr/>
          <p:nvPr/>
        </p:nvSpPr>
        <p:spPr>
          <a:xfrm>
            <a:off x="5329392" y="2783580"/>
            <a:ext cx="1522558" cy="913535"/>
          </a:xfrm>
          <a:custGeom>
            <a:avLst/>
            <a:gdLst>
              <a:gd name="connsiteX0" fmla="*/ 914396 w 914395"/>
              <a:gd name="connsiteY0" fmla="*/ 274319 h 548637"/>
              <a:gd name="connsiteX1" fmla="*/ 457198 w 914395"/>
              <a:gd name="connsiteY1" fmla="*/ 548638 h 548637"/>
              <a:gd name="connsiteX2" fmla="*/ 0 w 914395"/>
              <a:gd name="connsiteY2" fmla="*/ 274319 h 548637"/>
              <a:gd name="connsiteX3" fmla="*/ 457198 w 914395"/>
              <a:gd name="connsiteY3" fmla="*/ 0 h 548637"/>
              <a:gd name="connsiteX4" fmla="*/ 914396 w 914395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395" h="548637">
                <a:moveTo>
                  <a:pt x="914396" y="274319"/>
                </a:moveTo>
                <a:cubicBezTo>
                  <a:pt x="914396" y="425821"/>
                  <a:pt x="709701" y="548638"/>
                  <a:pt x="457198" y="548638"/>
                </a:cubicBezTo>
                <a:cubicBezTo>
                  <a:pt x="204695" y="548638"/>
                  <a:pt x="0" y="425821"/>
                  <a:pt x="0" y="274319"/>
                </a:cubicBezTo>
                <a:cubicBezTo>
                  <a:pt x="0" y="122817"/>
                  <a:pt x="204695" y="0"/>
                  <a:pt x="457198" y="0"/>
                </a:cubicBezTo>
                <a:cubicBezTo>
                  <a:pt x="709701" y="0"/>
                  <a:pt x="914396" y="122817"/>
                  <a:pt x="914396" y="274319"/>
                </a:cubicBezTo>
                <a:close/>
              </a:path>
            </a:pathLst>
          </a:custGeom>
          <a:gradFill>
            <a:gsLst>
              <a:gs pos="0">
                <a:srgbClr val="DAE8FC"/>
              </a:gs>
              <a:gs pos="50000">
                <a:srgbClr val="ACC7EE"/>
              </a:gs>
              <a:gs pos="100000">
                <a:srgbClr val="7EA6E0"/>
              </a:gs>
            </a:gsLst>
            <a:lin ang="5400000" scaled="1"/>
          </a:gradFill>
          <a:ln w="19050" cap="flat">
            <a:solidFill>
              <a:srgbClr val="6C8EBF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FA9E0-D9E7-CC4A-2F50-F5BEA10BA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198" y="3129962"/>
            <a:ext cx="1507332" cy="266447"/>
          </a:xfrm>
          <a:custGeom>
            <a:avLst/>
            <a:gdLst>
              <a:gd name="connsiteX0" fmla="*/ -1 w 905251"/>
              <a:gd name="connsiteY0" fmla="*/ -1 h 160019"/>
              <a:gd name="connsiteX1" fmla="*/ 905251 w 905251"/>
              <a:gd name="connsiteY1" fmla="*/ -1 h 160019"/>
              <a:gd name="connsiteX2" fmla="*/ 905251 w 905251"/>
              <a:gd name="connsiteY2" fmla="*/ 160019 h 160019"/>
              <a:gd name="connsiteX3" fmla="*/ -1 w 905251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5251" h="160019">
                <a:moveTo>
                  <a:pt x="-1" y="-1"/>
                </a:moveTo>
                <a:lnTo>
                  <a:pt x="905251" y="-1"/>
                </a:lnTo>
                <a:lnTo>
                  <a:pt x="905251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C63F57CF-D3F0-2F4B-5FCE-836DA867A9A4}"/>
              </a:ext>
            </a:extLst>
          </p:cNvPr>
          <p:cNvSpPr/>
          <p:nvPr/>
        </p:nvSpPr>
        <p:spPr>
          <a:xfrm>
            <a:off x="6090671" y="2364876"/>
            <a:ext cx="7611" cy="370210"/>
          </a:xfrm>
          <a:custGeom>
            <a:avLst/>
            <a:gdLst>
              <a:gd name="connsiteX0" fmla="*/ 0 w 4571"/>
              <a:gd name="connsiteY0" fmla="*/ 0 h 222335"/>
              <a:gd name="connsiteX1" fmla="*/ 0 w 4571"/>
              <a:gd name="connsiteY1" fmla="*/ 222335 h 222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71" h="222335">
                <a:moveTo>
                  <a:pt x="0" y="0"/>
                </a:moveTo>
                <a:lnTo>
                  <a:pt x="0" y="222335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FB5B1B2-5B65-7D3B-FCAF-119FFABB2643}"/>
              </a:ext>
            </a:extLst>
          </p:cNvPr>
          <p:cNvSpPr/>
          <p:nvPr/>
        </p:nvSpPr>
        <p:spPr>
          <a:xfrm>
            <a:off x="6064026" y="2721763"/>
            <a:ext cx="53289" cy="53288"/>
          </a:xfrm>
          <a:custGeom>
            <a:avLst/>
            <a:gdLst>
              <a:gd name="connsiteX0" fmla="*/ 16002 w 32003"/>
              <a:gd name="connsiteY0" fmla="*/ 32004 h 32003"/>
              <a:gd name="connsiteX1" fmla="*/ 0 w 32003"/>
              <a:gd name="connsiteY1" fmla="*/ 0 h 32003"/>
              <a:gd name="connsiteX2" fmla="*/ 16002 w 32003"/>
              <a:gd name="connsiteY2" fmla="*/ 8001 h 32003"/>
              <a:gd name="connsiteX3" fmla="*/ 32004 w 32003"/>
              <a:gd name="connsiteY3" fmla="*/ 0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32004"/>
                </a:moveTo>
                <a:lnTo>
                  <a:pt x="0" y="0"/>
                </a:lnTo>
                <a:lnTo>
                  <a:pt x="16002" y="8001"/>
                </a:lnTo>
                <a:lnTo>
                  <a:pt x="32004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E58AB17E-639F-78A7-EE90-ACCE2F9DD485}"/>
              </a:ext>
            </a:extLst>
          </p:cNvPr>
          <p:cNvSpPr/>
          <p:nvPr/>
        </p:nvSpPr>
        <p:spPr>
          <a:xfrm>
            <a:off x="2153788" y="5705144"/>
            <a:ext cx="59228" cy="51233"/>
          </a:xfrm>
          <a:custGeom>
            <a:avLst/>
            <a:gdLst>
              <a:gd name="connsiteX0" fmla="*/ 0 w 35570"/>
              <a:gd name="connsiteY0" fmla="*/ 30769 h 30769"/>
              <a:gd name="connsiteX1" fmla="*/ 18242 w 35570"/>
              <a:gd name="connsiteY1" fmla="*/ 0 h 30769"/>
              <a:gd name="connsiteX2" fmla="*/ 20162 w 35570"/>
              <a:gd name="connsiteY2" fmla="*/ 17785 h 30769"/>
              <a:gd name="connsiteX3" fmla="*/ 35570 w 35570"/>
              <a:gd name="connsiteY3" fmla="*/ 26883 h 30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570" h="30769">
                <a:moveTo>
                  <a:pt x="0" y="30769"/>
                </a:moveTo>
                <a:lnTo>
                  <a:pt x="18242" y="0"/>
                </a:lnTo>
                <a:lnTo>
                  <a:pt x="20162" y="17785"/>
                </a:lnTo>
                <a:lnTo>
                  <a:pt x="35570" y="26883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DF46B77C-3ED0-BBA2-1BB8-100C1F107FA9}"/>
              </a:ext>
            </a:extLst>
          </p:cNvPr>
          <p:cNvSpPr/>
          <p:nvPr/>
        </p:nvSpPr>
        <p:spPr>
          <a:xfrm>
            <a:off x="457201" y="5638378"/>
            <a:ext cx="1979326" cy="837406"/>
          </a:xfrm>
          <a:custGeom>
            <a:avLst/>
            <a:gdLst>
              <a:gd name="connsiteX0" fmla="*/ 1188715 w 1188714"/>
              <a:gd name="connsiteY0" fmla="*/ 251459 h 502917"/>
              <a:gd name="connsiteX1" fmla="*/ 594357 w 1188714"/>
              <a:gd name="connsiteY1" fmla="*/ 502918 h 502917"/>
              <a:gd name="connsiteX2" fmla="*/ 0 w 1188714"/>
              <a:gd name="connsiteY2" fmla="*/ 251459 h 502917"/>
              <a:gd name="connsiteX3" fmla="*/ 594357 w 1188714"/>
              <a:gd name="connsiteY3" fmla="*/ 0 h 502917"/>
              <a:gd name="connsiteX4" fmla="*/ 1188715 w 1188714"/>
              <a:gd name="connsiteY4" fmla="*/ 251459 h 502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8714" h="502917">
                <a:moveTo>
                  <a:pt x="1188715" y="251459"/>
                </a:moveTo>
                <a:cubicBezTo>
                  <a:pt x="1188715" y="390336"/>
                  <a:pt x="922612" y="502918"/>
                  <a:pt x="594357" y="502918"/>
                </a:cubicBezTo>
                <a:cubicBezTo>
                  <a:pt x="266103" y="502918"/>
                  <a:pt x="0" y="390336"/>
                  <a:pt x="0" y="251459"/>
                </a:cubicBezTo>
                <a:cubicBezTo>
                  <a:pt x="0" y="112582"/>
                  <a:pt x="266103" y="0"/>
                  <a:pt x="594357" y="0"/>
                </a:cubicBezTo>
                <a:cubicBezTo>
                  <a:pt x="922612" y="0"/>
                  <a:pt x="1188715" y="112582"/>
                  <a:pt x="1188715" y="251459"/>
                </a:cubicBezTo>
                <a:close/>
              </a:path>
            </a:pathLst>
          </a:custGeom>
          <a:gradFill>
            <a:gsLst>
              <a:gs pos="0">
                <a:srgbClr val="FFF2CC"/>
              </a:gs>
              <a:gs pos="50000">
                <a:srgbClr val="FFE599"/>
              </a:gs>
              <a:gs pos="100000">
                <a:srgbClr val="FFD966"/>
              </a:gs>
            </a:gsLst>
            <a:lin ang="5400000" scaled="1"/>
          </a:gradFill>
          <a:ln w="19050" cap="flat">
            <a:solidFill>
              <a:srgbClr val="D6B656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51169-26C9-7A84-F4CC-15710C19C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07" y="5946696"/>
            <a:ext cx="1964101" cy="266447"/>
          </a:xfrm>
          <a:custGeom>
            <a:avLst/>
            <a:gdLst>
              <a:gd name="connsiteX0" fmla="*/ -1 w 1179570"/>
              <a:gd name="connsiteY0" fmla="*/ -1 h 160019"/>
              <a:gd name="connsiteX1" fmla="*/ 1179570 w 1179570"/>
              <a:gd name="connsiteY1" fmla="*/ -1 h 160019"/>
              <a:gd name="connsiteX2" fmla="*/ 1179570 w 1179570"/>
              <a:gd name="connsiteY2" fmla="*/ 160019 h 160019"/>
              <a:gd name="connsiteX3" fmla="*/ -1 w 117957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570" h="160019">
                <a:moveTo>
                  <a:pt x="-1" y="-1"/>
                </a:moveTo>
                <a:lnTo>
                  <a:pt x="1179570" y="-1"/>
                </a:lnTo>
                <a:lnTo>
                  <a:pt x="117957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43A5FFA5-D18B-4597-1C25-ED97686C5989}"/>
              </a:ext>
            </a:extLst>
          </p:cNvPr>
          <p:cNvSpPr/>
          <p:nvPr/>
        </p:nvSpPr>
        <p:spPr>
          <a:xfrm>
            <a:off x="4125883" y="5504318"/>
            <a:ext cx="55649" cy="57248"/>
          </a:xfrm>
          <a:custGeom>
            <a:avLst/>
            <a:gdLst>
              <a:gd name="connsiteX0" fmla="*/ 0 w 33421"/>
              <a:gd name="connsiteY0" fmla="*/ 34381 h 34381"/>
              <a:gd name="connsiteX1" fmla="*/ 9830 w 33421"/>
              <a:gd name="connsiteY1" fmla="*/ 0 h 34381"/>
              <a:gd name="connsiteX2" fmla="*/ 16231 w 33421"/>
              <a:gd name="connsiteY2" fmla="*/ 16688 h 34381"/>
              <a:gd name="connsiteX3" fmla="*/ 33421 w 33421"/>
              <a:gd name="connsiteY3" fmla="*/ 21580 h 34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21" h="34381">
                <a:moveTo>
                  <a:pt x="0" y="34381"/>
                </a:moveTo>
                <a:lnTo>
                  <a:pt x="9830" y="0"/>
                </a:lnTo>
                <a:lnTo>
                  <a:pt x="16231" y="16688"/>
                </a:lnTo>
                <a:lnTo>
                  <a:pt x="33421" y="2158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4C1A7AE9-E570-4253-6654-54B1EF014405}"/>
              </a:ext>
            </a:extLst>
          </p:cNvPr>
          <p:cNvSpPr/>
          <p:nvPr/>
        </p:nvSpPr>
        <p:spPr>
          <a:xfrm>
            <a:off x="2702976" y="5524188"/>
            <a:ext cx="1979326" cy="1065791"/>
          </a:xfrm>
          <a:custGeom>
            <a:avLst/>
            <a:gdLst>
              <a:gd name="connsiteX0" fmla="*/ 1188715 w 1188714"/>
              <a:gd name="connsiteY0" fmla="*/ 320039 h 640077"/>
              <a:gd name="connsiteX1" fmla="*/ 594357 w 1188714"/>
              <a:gd name="connsiteY1" fmla="*/ 640077 h 640077"/>
              <a:gd name="connsiteX2" fmla="*/ 0 w 1188714"/>
              <a:gd name="connsiteY2" fmla="*/ 320039 h 640077"/>
              <a:gd name="connsiteX3" fmla="*/ 594357 w 1188714"/>
              <a:gd name="connsiteY3" fmla="*/ 0 h 640077"/>
              <a:gd name="connsiteX4" fmla="*/ 1188715 w 1188714"/>
              <a:gd name="connsiteY4" fmla="*/ 320039 h 640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8714" h="640077">
                <a:moveTo>
                  <a:pt x="1188715" y="320039"/>
                </a:moveTo>
                <a:cubicBezTo>
                  <a:pt x="1188715" y="496791"/>
                  <a:pt x="922612" y="640077"/>
                  <a:pt x="594357" y="640077"/>
                </a:cubicBezTo>
                <a:cubicBezTo>
                  <a:pt x="266103" y="640077"/>
                  <a:pt x="0" y="496791"/>
                  <a:pt x="0" y="320039"/>
                </a:cubicBezTo>
                <a:cubicBezTo>
                  <a:pt x="0" y="143286"/>
                  <a:pt x="266103" y="0"/>
                  <a:pt x="594357" y="0"/>
                </a:cubicBezTo>
                <a:cubicBezTo>
                  <a:pt x="922612" y="0"/>
                  <a:pt x="1188715" y="143286"/>
                  <a:pt x="1188715" y="320039"/>
                </a:cubicBezTo>
                <a:close/>
              </a:path>
            </a:pathLst>
          </a:custGeom>
          <a:gradFill>
            <a:gsLst>
              <a:gs pos="0">
                <a:srgbClr val="FFF2CC"/>
              </a:gs>
              <a:gs pos="50000">
                <a:srgbClr val="FFE599"/>
              </a:gs>
              <a:gs pos="100000">
                <a:srgbClr val="FFD966"/>
              </a:gs>
            </a:gsLst>
            <a:lin ang="5400000" scaled="1"/>
          </a:gradFill>
          <a:ln w="19050" cap="flat">
            <a:solidFill>
              <a:srgbClr val="D6B65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A431B8F-2889-8FB3-6AF2-15B24D00AA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6783" y="5946696"/>
            <a:ext cx="1964101" cy="266447"/>
          </a:xfrm>
          <a:custGeom>
            <a:avLst/>
            <a:gdLst>
              <a:gd name="connsiteX0" fmla="*/ -1 w 1179570"/>
              <a:gd name="connsiteY0" fmla="*/ -1 h 160019"/>
              <a:gd name="connsiteX1" fmla="*/ 1179570 w 1179570"/>
              <a:gd name="connsiteY1" fmla="*/ -1 h 160019"/>
              <a:gd name="connsiteX2" fmla="*/ 1179570 w 1179570"/>
              <a:gd name="connsiteY2" fmla="*/ 160019 h 160019"/>
              <a:gd name="connsiteX3" fmla="*/ -1 w 117957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570" h="160019">
                <a:moveTo>
                  <a:pt x="-1" y="-1"/>
                </a:moveTo>
                <a:lnTo>
                  <a:pt x="1179570" y="-1"/>
                </a:lnTo>
                <a:lnTo>
                  <a:pt x="117957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19" name="Freeform 18">
            <a:extLst>
              <a:ext uri="{FF2B5EF4-FFF2-40B4-BE49-F238E27FC236}">
                <a16:creationId xmlns:a16="http://schemas.microsoft.com/office/drawing/2014/main" id="{BD46868A-5ACF-BDC5-9CC8-A187488D3BD4}"/>
              </a:ext>
            </a:extLst>
          </p:cNvPr>
          <p:cNvSpPr/>
          <p:nvPr/>
        </p:nvSpPr>
        <p:spPr>
          <a:xfrm>
            <a:off x="6064026" y="5462371"/>
            <a:ext cx="53289" cy="53288"/>
          </a:xfrm>
          <a:custGeom>
            <a:avLst/>
            <a:gdLst>
              <a:gd name="connsiteX0" fmla="*/ 16002 w 32003"/>
              <a:gd name="connsiteY0" fmla="*/ 32004 h 32003"/>
              <a:gd name="connsiteX1" fmla="*/ 0 w 32003"/>
              <a:gd name="connsiteY1" fmla="*/ 0 h 32003"/>
              <a:gd name="connsiteX2" fmla="*/ 16002 w 32003"/>
              <a:gd name="connsiteY2" fmla="*/ 8001 h 32003"/>
              <a:gd name="connsiteX3" fmla="*/ 32004 w 32003"/>
              <a:gd name="connsiteY3" fmla="*/ 0 h 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03" h="32003">
                <a:moveTo>
                  <a:pt x="16002" y="32004"/>
                </a:moveTo>
                <a:lnTo>
                  <a:pt x="0" y="0"/>
                </a:lnTo>
                <a:lnTo>
                  <a:pt x="16002" y="8001"/>
                </a:lnTo>
                <a:lnTo>
                  <a:pt x="32004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F1B92B5-8C15-307C-BD2E-B88053D70D3F}"/>
              </a:ext>
            </a:extLst>
          </p:cNvPr>
          <p:cNvSpPr/>
          <p:nvPr/>
        </p:nvSpPr>
        <p:spPr>
          <a:xfrm>
            <a:off x="8038404" y="5570854"/>
            <a:ext cx="55191" cy="57627"/>
          </a:xfrm>
          <a:custGeom>
            <a:avLst/>
            <a:gdLst>
              <a:gd name="connsiteX0" fmla="*/ 33147 w 33146"/>
              <a:gd name="connsiteY0" fmla="*/ 34610 h 34609"/>
              <a:gd name="connsiteX1" fmla="*/ 0 w 33146"/>
              <a:gd name="connsiteY1" fmla="*/ 21123 h 34609"/>
              <a:gd name="connsiteX2" fmla="*/ 17328 w 33146"/>
              <a:gd name="connsiteY2" fmla="*/ 16596 h 34609"/>
              <a:gd name="connsiteX3" fmla="*/ 24049 w 33146"/>
              <a:gd name="connsiteY3" fmla="*/ 0 h 34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146" h="34609">
                <a:moveTo>
                  <a:pt x="33147" y="34610"/>
                </a:moveTo>
                <a:lnTo>
                  <a:pt x="0" y="21123"/>
                </a:lnTo>
                <a:lnTo>
                  <a:pt x="17328" y="16596"/>
                </a:lnTo>
                <a:lnTo>
                  <a:pt x="24049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DF17EDF-0E4B-B504-271C-315467D6E7F6}"/>
              </a:ext>
            </a:extLst>
          </p:cNvPr>
          <p:cNvSpPr/>
          <p:nvPr/>
        </p:nvSpPr>
        <p:spPr>
          <a:xfrm>
            <a:off x="7499038" y="5600314"/>
            <a:ext cx="1941262" cy="913535"/>
          </a:xfrm>
          <a:custGeom>
            <a:avLst/>
            <a:gdLst>
              <a:gd name="connsiteX0" fmla="*/ 1165855 w 1165854"/>
              <a:gd name="connsiteY0" fmla="*/ 274319 h 548637"/>
              <a:gd name="connsiteX1" fmla="*/ 582927 w 1165854"/>
              <a:gd name="connsiteY1" fmla="*/ 548638 h 548637"/>
              <a:gd name="connsiteX2" fmla="*/ 0 w 1165854"/>
              <a:gd name="connsiteY2" fmla="*/ 274319 h 548637"/>
              <a:gd name="connsiteX3" fmla="*/ 582927 w 1165854"/>
              <a:gd name="connsiteY3" fmla="*/ 0 h 548637"/>
              <a:gd name="connsiteX4" fmla="*/ 1165855 w 1165854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5854" h="548637">
                <a:moveTo>
                  <a:pt x="1165855" y="274319"/>
                </a:moveTo>
                <a:cubicBezTo>
                  <a:pt x="1165855" y="425821"/>
                  <a:pt x="904869" y="548638"/>
                  <a:pt x="582927" y="548638"/>
                </a:cubicBezTo>
                <a:cubicBezTo>
                  <a:pt x="260986" y="548638"/>
                  <a:pt x="0" y="425821"/>
                  <a:pt x="0" y="274319"/>
                </a:cubicBezTo>
                <a:cubicBezTo>
                  <a:pt x="0" y="122817"/>
                  <a:pt x="260986" y="0"/>
                  <a:pt x="582927" y="0"/>
                </a:cubicBezTo>
                <a:cubicBezTo>
                  <a:pt x="904869" y="0"/>
                  <a:pt x="1165855" y="122817"/>
                  <a:pt x="1165855" y="274319"/>
                </a:cubicBezTo>
                <a:close/>
              </a:path>
            </a:pathLst>
          </a:custGeom>
          <a:gradFill>
            <a:gsLst>
              <a:gs pos="0">
                <a:srgbClr val="D5E8D4"/>
              </a:gs>
              <a:gs pos="50000">
                <a:srgbClr val="B6DCA5"/>
              </a:gs>
              <a:gs pos="100000">
                <a:srgbClr val="97D077"/>
              </a:gs>
            </a:gsLst>
            <a:lin ang="5400000" scaled="1"/>
          </a:gradFill>
          <a:ln w="19050" cap="flat">
            <a:solidFill>
              <a:srgbClr val="82B36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CE16691-26CC-7AAB-0305-B3AA929C5B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2845" y="5946696"/>
            <a:ext cx="1926036" cy="266447"/>
          </a:xfrm>
          <a:custGeom>
            <a:avLst/>
            <a:gdLst>
              <a:gd name="connsiteX0" fmla="*/ -1 w 1156710"/>
              <a:gd name="connsiteY0" fmla="*/ -1 h 160019"/>
              <a:gd name="connsiteX1" fmla="*/ 1156710 w 1156710"/>
              <a:gd name="connsiteY1" fmla="*/ -1 h 160019"/>
              <a:gd name="connsiteX2" fmla="*/ 1156710 w 1156710"/>
              <a:gd name="connsiteY2" fmla="*/ 160019 h 160019"/>
              <a:gd name="connsiteX3" fmla="*/ -1 w 1156710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6710" h="160019">
                <a:moveTo>
                  <a:pt x="-1" y="-1"/>
                </a:moveTo>
                <a:lnTo>
                  <a:pt x="1156710" y="-1"/>
                </a:lnTo>
                <a:lnTo>
                  <a:pt x="1156710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BA35D08C-2FA8-89ED-31A1-C3DC026F4E0D}"/>
              </a:ext>
            </a:extLst>
          </p:cNvPr>
          <p:cNvSpPr/>
          <p:nvPr/>
        </p:nvSpPr>
        <p:spPr>
          <a:xfrm>
            <a:off x="4948752" y="5524188"/>
            <a:ext cx="2283838" cy="1065791"/>
          </a:xfrm>
          <a:custGeom>
            <a:avLst/>
            <a:gdLst>
              <a:gd name="connsiteX0" fmla="*/ 1371594 w 1371593"/>
              <a:gd name="connsiteY0" fmla="*/ 320039 h 640077"/>
              <a:gd name="connsiteX1" fmla="*/ 685797 w 1371593"/>
              <a:gd name="connsiteY1" fmla="*/ 640077 h 640077"/>
              <a:gd name="connsiteX2" fmla="*/ 0 w 1371593"/>
              <a:gd name="connsiteY2" fmla="*/ 320039 h 640077"/>
              <a:gd name="connsiteX3" fmla="*/ 685797 w 1371593"/>
              <a:gd name="connsiteY3" fmla="*/ 0 h 640077"/>
              <a:gd name="connsiteX4" fmla="*/ 1371594 w 1371593"/>
              <a:gd name="connsiteY4" fmla="*/ 320039 h 640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593" h="640077">
                <a:moveTo>
                  <a:pt x="1371594" y="320039"/>
                </a:moveTo>
                <a:cubicBezTo>
                  <a:pt x="1371594" y="496791"/>
                  <a:pt x="1064552" y="640077"/>
                  <a:pt x="685797" y="640077"/>
                </a:cubicBezTo>
                <a:cubicBezTo>
                  <a:pt x="307042" y="640077"/>
                  <a:pt x="0" y="496791"/>
                  <a:pt x="0" y="320039"/>
                </a:cubicBezTo>
                <a:cubicBezTo>
                  <a:pt x="0" y="143286"/>
                  <a:pt x="307042" y="0"/>
                  <a:pt x="685797" y="0"/>
                </a:cubicBezTo>
                <a:cubicBezTo>
                  <a:pt x="1064552" y="0"/>
                  <a:pt x="1371594" y="143286"/>
                  <a:pt x="1371594" y="320039"/>
                </a:cubicBezTo>
                <a:close/>
              </a:path>
            </a:pathLst>
          </a:custGeom>
          <a:gradFill>
            <a:gsLst>
              <a:gs pos="0">
                <a:srgbClr val="D5E8D4"/>
              </a:gs>
              <a:gs pos="50000">
                <a:srgbClr val="B6DCA5"/>
              </a:gs>
              <a:gs pos="100000">
                <a:srgbClr val="97D077"/>
              </a:gs>
            </a:gsLst>
            <a:lin ang="5400000" scaled="1"/>
          </a:gradFill>
          <a:ln w="19050" cap="flat">
            <a:solidFill>
              <a:srgbClr val="82B366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EB39EB8-456F-0345-1035-BE27C7D522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2558" y="5946696"/>
            <a:ext cx="2268612" cy="266447"/>
          </a:xfrm>
          <a:custGeom>
            <a:avLst/>
            <a:gdLst>
              <a:gd name="connsiteX0" fmla="*/ -1 w 1362449"/>
              <a:gd name="connsiteY0" fmla="*/ -1 h 160019"/>
              <a:gd name="connsiteX1" fmla="*/ 1362449 w 1362449"/>
              <a:gd name="connsiteY1" fmla="*/ -1 h 160019"/>
              <a:gd name="connsiteX2" fmla="*/ 1362449 w 1362449"/>
              <a:gd name="connsiteY2" fmla="*/ 160019 h 160019"/>
              <a:gd name="connsiteX3" fmla="*/ -1 w 1362449"/>
              <a:gd name="connsiteY3" fmla="*/ 160019 h 1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62449" h="160019">
                <a:moveTo>
                  <a:pt x="-1" y="-1"/>
                </a:moveTo>
                <a:lnTo>
                  <a:pt x="1362449" y="-1"/>
                </a:lnTo>
                <a:lnTo>
                  <a:pt x="1362449" y="160019"/>
                </a:lnTo>
                <a:lnTo>
                  <a:pt x="-1" y="160019"/>
                </a:lnTo>
                <a:close/>
              </a:path>
            </a:pathLst>
          </a:cu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E9B7FBDE-880F-CFD3-F1D8-798569D13E9B}"/>
              </a:ext>
            </a:extLst>
          </p:cNvPr>
          <p:cNvSpPr/>
          <p:nvPr/>
        </p:nvSpPr>
        <p:spPr>
          <a:xfrm>
            <a:off x="6628971" y="3563357"/>
            <a:ext cx="3300069" cy="2144296"/>
          </a:xfrm>
          <a:custGeom>
            <a:avLst/>
            <a:gdLst>
              <a:gd name="connsiteX0" fmla="*/ 0 w 1981906"/>
              <a:gd name="connsiteY0" fmla="*/ 0 h 1287789"/>
              <a:gd name="connsiteX1" fmla="*/ 1981907 w 1981906"/>
              <a:gd name="connsiteY1" fmla="*/ 1287790 h 1287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981906" h="1287789">
                <a:moveTo>
                  <a:pt x="0" y="0"/>
                </a:moveTo>
                <a:lnTo>
                  <a:pt x="1981907" y="1287790"/>
                </a:lnTo>
              </a:path>
            </a:pathLst>
          </a:custGeom>
          <a:noFill/>
          <a:ln w="1905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6CD381A-5D8D-217C-4131-C0677D468B35}"/>
              </a:ext>
            </a:extLst>
          </p:cNvPr>
          <p:cNvSpPr/>
          <p:nvPr/>
        </p:nvSpPr>
        <p:spPr>
          <a:xfrm>
            <a:off x="9903386" y="5678117"/>
            <a:ext cx="59151" cy="51310"/>
          </a:xfrm>
          <a:custGeom>
            <a:avLst/>
            <a:gdLst>
              <a:gd name="connsiteX0" fmla="*/ 35524 w 35524"/>
              <a:gd name="connsiteY0" fmla="*/ 30815 h 30815"/>
              <a:gd name="connsiteX1" fmla="*/ 0 w 35524"/>
              <a:gd name="connsiteY1" fmla="*/ 26838 h 30815"/>
              <a:gd name="connsiteX2" fmla="*/ 15408 w 35524"/>
              <a:gd name="connsiteY2" fmla="*/ 17739 h 30815"/>
              <a:gd name="connsiteX3" fmla="*/ 17420 w 35524"/>
              <a:gd name="connsiteY3" fmla="*/ 0 h 30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524" h="30815">
                <a:moveTo>
                  <a:pt x="35524" y="30815"/>
                </a:moveTo>
                <a:lnTo>
                  <a:pt x="0" y="26838"/>
                </a:lnTo>
                <a:lnTo>
                  <a:pt x="15408" y="17739"/>
                </a:lnTo>
                <a:lnTo>
                  <a:pt x="17420" y="0"/>
                </a:lnTo>
                <a:close/>
              </a:path>
            </a:pathLst>
          </a:custGeom>
          <a:solidFill>
            <a:srgbClr val="000000"/>
          </a:solidFill>
          <a:ln w="406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8522DF36-8CE1-BE42-0048-57EE5C18861C}"/>
              </a:ext>
            </a:extLst>
          </p:cNvPr>
          <p:cNvSpPr/>
          <p:nvPr/>
        </p:nvSpPr>
        <p:spPr>
          <a:xfrm>
            <a:off x="9668685" y="5600314"/>
            <a:ext cx="2055455" cy="913535"/>
          </a:xfrm>
          <a:custGeom>
            <a:avLst/>
            <a:gdLst>
              <a:gd name="connsiteX0" fmla="*/ 1234434 w 1234434"/>
              <a:gd name="connsiteY0" fmla="*/ 274319 h 548637"/>
              <a:gd name="connsiteX1" fmla="*/ 617217 w 1234434"/>
              <a:gd name="connsiteY1" fmla="*/ 548638 h 548637"/>
              <a:gd name="connsiteX2" fmla="*/ 0 w 1234434"/>
              <a:gd name="connsiteY2" fmla="*/ 274319 h 548637"/>
              <a:gd name="connsiteX3" fmla="*/ 617217 w 1234434"/>
              <a:gd name="connsiteY3" fmla="*/ 0 h 548637"/>
              <a:gd name="connsiteX4" fmla="*/ 1234434 w 1234434"/>
              <a:gd name="connsiteY4" fmla="*/ 274319 h 54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4434" h="548637">
                <a:moveTo>
                  <a:pt x="1234434" y="274319"/>
                </a:moveTo>
                <a:cubicBezTo>
                  <a:pt x="1234434" y="425821"/>
                  <a:pt x="958097" y="548638"/>
                  <a:pt x="617217" y="548638"/>
                </a:cubicBezTo>
                <a:cubicBezTo>
                  <a:pt x="276337" y="548638"/>
                  <a:pt x="0" y="425821"/>
                  <a:pt x="0" y="274319"/>
                </a:cubicBezTo>
                <a:cubicBezTo>
                  <a:pt x="0" y="122817"/>
                  <a:pt x="276337" y="0"/>
                  <a:pt x="617217" y="0"/>
                </a:cubicBezTo>
                <a:cubicBezTo>
                  <a:pt x="958097" y="0"/>
                  <a:pt x="1234434" y="122817"/>
                  <a:pt x="1234434" y="274319"/>
                </a:cubicBezTo>
                <a:close/>
              </a:path>
            </a:pathLst>
          </a:custGeom>
          <a:gradFill>
            <a:gsLst>
              <a:gs pos="0">
                <a:srgbClr val="F8CECC"/>
              </a:gs>
              <a:gs pos="50000">
                <a:srgbClr val="F19C99"/>
              </a:gs>
              <a:gs pos="100000">
                <a:srgbClr val="EA6B66"/>
              </a:gs>
            </a:gsLst>
            <a:lin ang="5400000" scaled="1"/>
          </a:gradFill>
          <a:ln w="19050" cap="flat">
            <a:solidFill>
              <a:srgbClr val="B85450"/>
            </a:solidFill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856009F-0435-E40C-2EB4-64EF262D8B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2492" y="5836312"/>
            <a:ext cx="2040229" cy="487218"/>
          </a:xfrm>
          <a:custGeom>
            <a:avLst/>
            <a:gdLst>
              <a:gd name="connsiteX0" fmla="*/ -1 w 1225290"/>
              <a:gd name="connsiteY0" fmla="*/ -1 h 292606"/>
              <a:gd name="connsiteX1" fmla="*/ 1225290 w 1225290"/>
              <a:gd name="connsiteY1" fmla="*/ -1 h 292606"/>
              <a:gd name="connsiteX2" fmla="*/ 1225290 w 1225290"/>
              <a:gd name="connsiteY2" fmla="*/ 292606 h 292606"/>
              <a:gd name="connsiteX3" fmla="*/ -1 w 1225290"/>
              <a:gd name="connsiteY3" fmla="*/ 292606 h 292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5290" h="292606">
                <a:moveTo>
                  <a:pt x="-1" y="-1"/>
                </a:moveTo>
                <a:lnTo>
                  <a:pt x="1225290" y="-1"/>
                </a:lnTo>
                <a:lnTo>
                  <a:pt x="1225290" y="292606"/>
                </a:lnTo>
                <a:lnTo>
                  <a:pt x="-1" y="292606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398453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BB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7054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434</Words>
  <Application>Microsoft Macintosh PowerPoint</Application>
  <PresentationFormat>Widescreen</PresentationFormat>
  <Paragraphs>87</Paragraphs>
  <Slides>20</Slides>
  <Notes>7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Aptos Black</vt:lpstr>
      <vt:lpstr>Aptos Display</vt:lpstr>
      <vt:lpstr>Aptos Light</vt:lpstr>
      <vt:lpstr>Aptos SemiBold</vt:lpstr>
      <vt:lpstr>Archive</vt:lpstr>
      <vt:lpstr>Arial</vt:lpstr>
      <vt:lpstr>Rubik</vt:lpstr>
      <vt:lpstr>Office Theme</vt:lpstr>
      <vt:lpstr>Jarvis Personal AI Assistant</vt:lpstr>
      <vt:lpstr>PowerPoint Presentation</vt:lpstr>
      <vt:lpstr>PowerPoint Presentation</vt:lpstr>
      <vt:lpstr>PowerPoint Presentation</vt:lpstr>
      <vt:lpstr>PowerPoint Presentation</vt:lpstr>
      <vt:lpstr>Features planned to be implement in this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Omer Bengal</dc:creator>
  <cp:lastModifiedBy>Omer Bengal</cp:lastModifiedBy>
  <cp:revision>40</cp:revision>
  <dcterms:created xsi:type="dcterms:W3CDTF">2024-06-15T19:09:39Z</dcterms:created>
  <dcterms:modified xsi:type="dcterms:W3CDTF">2024-06-16T13:48:27Z</dcterms:modified>
</cp:coreProperties>
</file>