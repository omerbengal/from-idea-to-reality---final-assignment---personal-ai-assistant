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42"/>
    <p:restoredTop sz="94686"/>
  </p:normalViewPr>
  <p:slideViewPr>
    <p:cSldViewPr snapToGrid="0">
      <p:cViewPr>
        <p:scale>
          <a:sx n="124" d="100"/>
          <a:sy n="124" d="100"/>
        </p:scale>
        <p:origin x="66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BAE5-5188-ACD4-5772-7B5FD2887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54BFA-B12E-527C-41AA-51E2624E0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F60E0-05A5-5EF5-FF9A-408D9F68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91F88-769D-F241-6066-120A7EB3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B321-9EA6-5B33-FB20-7C807D81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270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6C41-577D-81AF-1D86-84F48C128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D6898-056B-2F59-24AF-BBCAFC03C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A834E-D340-7C4D-3CA6-E117ADDF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88338-3919-41C9-0BA3-6E635FBF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EC671-0C8E-0C06-8488-45AA6809C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534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AF41-B9B0-CB21-24A4-4EB7DC07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E79E6-D845-174A-B4A0-FD85CC0AB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39BC6-C597-962F-8A6C-6B41C508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ABBDA-622B-D406-64C1-AC1DF788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D5C7A-59D7-B4FA-4B54-A89D18C5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873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C7DB-B22A-B727-7008-3C113DEE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0266-90C8-ED7B-C121-54806229E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84976-502B-CCF5-5C11-8A124F6CE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4B8CE-0269-94AD-2495-7717ABD6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6078A-09CE-8390-407F-21AE4B41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E5DC6-A5E5-6CAC-78E5-A02CCECE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232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B558-B4EF-2E84-8A46-75BD1F2AE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6502B-C800-19D9-7B09-E7B4B2A5A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8D01E-17A5-693F-7376-9F828EA65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235BB-3CE5-6B54-89D4-AD428091C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EA900-5750-0F3E-3611-E87BEE7B2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842A2D-23F7-6FB8-2133-73710663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60368B-DC9F-FD9B-74F8-2D1C8306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79932-DBE1-8792-DC74-5C69B465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565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0E961-1E7D-EC0D-2F21-D9A7018DF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E71DA9-B82C-55B1-9F67-D6EAC684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27322-E4AD-16E7-8EFC-6099865B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F9237-5BCD-EA9A-393C-70B59E2F8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182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C0D231-65C4-D970-B2EE-17ECED54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054E7-1DAB-2898-6E17-CC35E921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545F7-BE13-8627-D9E7-166517A2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873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FFEC-B53F-B2EF-E596-67BDA17B5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A0F56-9325-AAD3-442B-265BFAD75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0E5F6-A952-607D-07CB-793D7D2C1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3206F-4D14-7D2F-3F7A-D4D9B04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59626-62F9-D891-FB54-3C819630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C4BFD-9BD1-E1E8-1C81-52C10DD4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531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73496-25B1-C61E-2D10-EA04AB51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CE4BF-0D0D-3115-B056-EA30575EA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458DA-B1C5-216F-DAA2-7D8CFE9F8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AB04B-B6DF-FBAA-900E-B4CEF0C5B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AADB9-4F22-A428-B7FD-BEDD71F8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40EFE-E53E-853B-0D6C-24E0EED2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1689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3D9D-CE5F-61F4-235C-20796C06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8E461-8B65-A050-EAB9-9AD6DE33F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E288D-3DE5-CB7A-4235-3057864FE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70493-70A9-F956-3D36-7F527A1E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45B35-68E8-65C0-CB34-4130278E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005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5A40CA-C2D6-E583-1F40-B3191CA0E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9817E-5AD0-7928-D38B-6AACC38F2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67A13-0FE7-5CCF-808E-358868BC8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6E7AE-E296-EBBB-12FC-59627092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1B3FF-039B-763C-2389-6996348F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038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21A7C-0095-B613-678B-0216FEA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F8591-01FF-2001-E88D-A224CBC6A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25127-8C2E-B9B0-CC77-4CA180455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D2E62-46B9-7741-8F4B-C16A304CD82D}" type="datetimeFigureOut">
              <a:t>15/06/2024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1FA52-9FAB-20FF-314C-E412E8489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8493F-8472-7B81-84E5-82FA050C0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4F7B5-1C44-EE40-9E4F-0B00271F41C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899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74AB-081A-EA17-E7B8-C197FC32A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9793"/>
            <a:ext cx="9144000" cy="2387600"/>
          </a:xfrm>
        </p:spPr>
        <p:txBody>
          <a:bodyPr anchor="ctr">
            <a:normAutofit fontScale="90000"/>
          </a:bodyPr>
          <a:lstStyle/>
          <a:p>
            <a:r>
              <a:rPr lang="en-IL" sz="10700">
                <a:latin typeface="Rubik" pitchFamily="2" charset="-79"/>
                <a:cs typeface="Rubik" pitchFamily="2" charset="-79"/>
              </a:rPr>
              <a:t>Jarvis</a:t>
            </a:r>
            <a:br>
              <a:rPr lang="en-IL" sz="7200">
                <a:latin typeface="Rubik" pitchFamily="2" charset="-79"/>
                <a:cs typeface="Rubik" pitchFamily="2" charset="-79"/>
              </a:rPr>
            </a:br>
            <a:r>
              <a:rPr lang="en-IL" sz="7200">
                <a:latin typeface="Rubik" pitchFamily="2" charset="-79"/>
                <a:cs typeface="Rubik" pitchFamily="2" charset="-79"/>
              </a:rPr>
              <a:t>Personal AI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6CE0D-A6E5-AAB4-BF64-7D47AB853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6887" y="4783949"/>
            <a:ext cx="2328154" cy="1120740"/>
          </a:xfrm>
        </p:spPr>
        <p:txBody>
          <a:bodyPr anchor="ctr">
            <a:normAutofit/>
          </a:bodyPr>
          <a:lstStyle/>
          <a:p>
            <a:r>
              <a:rPr lang="en-IL" sz="3200">
                <a:latin typeface="Rubik" pitchFamily="2" charset="-79"/>
                <a:cs typeface="Rubik" pitchFamily="2" charset="-79"/>
              </a:rPr>
              <a:t>Sinai Dori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EAD3312-9789-F75D-6300-1BA5328962E5}"/>
              </a:ext>
            </a:extLst>
          </p:cNvPr>
          <p:cNvSpPr txBox="1">
            <a:spLocks/>
          </p:cNvSpPr>
          <p:nvPr/>
        </p:nvSpPr>
        <p:spPr>
          <a:xfrm>
            <a:off x="2428671" y="4783949"/>
            <a:ext cx="2746444" cy="112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L" sz="3200">
                <a:latin typeface="Rubik" pitchFamily="2" charset="-79"/>
                <a:cs typeface="Rubik" pitchFamily="2" charset="-79"/>
              </a:rPr>
              <a:t>Omer Bengal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92410-FE39-5BCF-9D72-9378F5A01C0D}"/>
              </a:ext>
            </a:extLst>
          </p:cNvPr>
          <p:cNvSpPr txBox="1"/>
          <p:nvPr/>
        </p:nvSpPr>
        <p:spPr>
          <a:xfrm>
            <a:off x="440445" y="3543283"/>
            <a:ext cx="11311110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IL" sz="3200">
                <a:latin typeface="Rubik" pitchFamily="2" charset="-79"/>
                <a:cs typeface="Rubik" pitchFamily="2" charset="-79"/>
              </a:rPr>
              <a:t>A memory based ChatBot, that helps you manage your life</a:t>
            </a:r>
          </a:p>
        </p:txBody>
      </p:sp>
    </p:spTree>
    <p:extLst>
      <p:ext uri="{BB962C8B-B14F-4D97-AF65-F5344CB8AC3E}">
        <p14:creationId xmlns:p14="http://schemas.microsoft.com/office/powerpoint/2010/main" val="371637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6FF420-2472-B05B-ED31-3DA13990E5A9}"/>
              </a:ext>
            </a:extLst>
          </p:cNvPr>
          <p:cNvSpPr txBox="1"/>
          <p:nvPr/>
        </p:nvSpPr>
        <p:spPr>
          <a:xfrm>
            <a:off x="441789" y="3105834"/>
            <a:ext cx="1130842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L" sz="3600">
                <a:latin typeface="Rubik" pitchFamily="2" charset="-79"/>
                <a:cs typeface="Rubik" pitchFamily="2" charset="-79"/>
              </a:rPr>
              <a:t>the only personal assistant the knows the real YOU</a:t>
            </a:r>
            <a:endParaRPr lang="en-IL" sz="3600"/>
          </a:p>
        </p:txBody>
      </p:sp>
    </p:spTree>
    <p:extLst>
      <p:ext uri="{BB962C8B-B14F-4D97-AF65-F5344CB8AC3E}">
        <p14:creationId xmlns:p14="http://schemas.microsoft.com/office/powerpoint/2010/main" val="193331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88DC-0978-DF8E-C17C-191B97BE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12725"/>
            <a:ext cx="11684000" cy="1325563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4000">
                <a:latin typeface="Rubik" pitchFamily="2" charset="-79"/>
                <a:cs typeface="Rubik" pitchFamily="2" charset="-79"/>
              </a:rPr>
              <a:t>Features planned to be implement in this project</a:t>
            </a:r>
            <a:endParaRPr lang="en-IL" sz="4000">
              <a:latin typeface="Rubik" pitchFamily="2" charset="-79"/>
              <a:cs typeface="Rubik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06FF8-F602-AEE9-F9E8-9273781BF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85" y="1706252"/>
            <a:ext cx="11123629" cy="4279769"/>
          </a:xfrm>
        </p:spPr>
        <p:txBody>
          <a:bodyPr anchor="ctr">
            <a:normAutofit lnSpcReduction="10000"/>
          </a:bodyPr>
          <a:lstStyle/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>
                <a:latin typeface="Rubik" pitchFamily="2" charset="-79"/>
                <a:cs typeface="Rubik" pitchFamily="2" charset="-79"/>
              </a:rPr>
              <a:t>Add / edit / remove events from Google Calendar.</a:t>
            </a:r>
          </a:p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>
                <a:latin typeface="Rubik" pitchFamily="2" charset="-79"/>
                <a:cs typeface="Rubik" pitchFamily="2" charset="-79"/>
              </a:rPr>
              <a:t>Add / edit/ remove tasks from Google Tasks.</a:t>
            </a:r>
          </a:p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>
                <a:latin typeface="Rubik" pitchFamily="2" charset="-79"/>
                <a:cs typeface="Rubik" pitchFamily="2" charset="-79"/>
              </a:rPr>
              <a:t>Summarize schedule / Tasks.</a:t>
            </a:r>
          </a:p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>
                <a:latin typeface="Rubik" pitchFamily="2" charset="-79"/>
                <a:cs typeface="Rubik" pitchFamily="2" charset="-79"/>
              </a:rPr>
              <a:t>Suggest time management improvments.</a:t>
            </a:r>
          </a:p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>
                <a:latin typeface="Rubik" pitchFamily="2" charset="-79"/>
                <a:cs typeface="Rubik" pitchFamily="2" charset="-79"/>
              </a:rPr>
              <a:t>Reminders.</a:t>
            </a:r>
          </a:p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>
                <a:latin typeface="Rubik" pitchFamily="2" charset="-79"/>
                <a:cs typeface="Rubik" pitchFamily="2" charset="-79"/>
              </a:rPr>
              <a:t>Understands voice recordings.</a:t>
            </a:r>
          </a:p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>
                <a:latin typeface="Rubik" pitchFamily="2" charset="-79"/>
                <a:cs typeface="Rubik" pitchFamily="2" charset="-79"/>
              </a:rPr>
              <a:t>Birthday card generation (according to birthdays in the user’s calendar).</a:t>
            </a:r>
          </a:p>
        </p:txBody>
      </p:sp>
    </p:spTree>
    <p:extLst>
      <p:ext uri="{BB962C8B-B14F-4D97-AF65-F5344CB8AC3E}">
        <p14:creationId xmlns:p14="http://schemas.microsoft.com/office/powerpoint/2010/main" val="281642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oftware company&#10;&#10;Description automatically generated">
            <a:extLst>
              <a:ext uri="{FF2B5EF4-FFF2-40B4-BE49-F238E27FC236}">
                <a16:creationId xmlns:a16="http://schemas.microsoft.com/office/drawing/2014/main" id="{B64D0747-FA22-424F-666F-9526F31BC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9" y="102099"/>
            <a:ext cx="11828982" cy="665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3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85</Words>
  <Application>Microsoft Macintosh PowerPoint</Application>
  <PresentationFormat>Widescreen</PresentationFormat>
  <Paragraphs>13</Paragraphs>
  <Slides>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Rubik</vt:lpstr>
      <vt:lpstr>Office Theme</vt:lpstr>
      <vt:lpstr>Jarvis Personal AI Assistant</vt:lpstr>
      <vt:lpstr>PowerPoint Presentation</vt:lpstr>
      <vt:lpstr>Features planned to be implement in this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Omer Bengal</dc:creator>
  <cp:lastModifiedBy>Omer Bengal</cp:lastModifiedBy>
  <cp:revision>26</cp:revision>
  <dcterms:created xsi:type="dcterms:W3CDTF">2024-06-15T19:09:39Z</dcterms:created>
  <dcterms:modified xsi:type="dcterms:W3CDTF">2024-06-15T20:59:48Z</dcterms:modified>
</cp:coreProperties>
</file>